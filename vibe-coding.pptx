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1"/>
  </p:notesMasterIdLst>
  <p:sldIdLst>
    <p:sldId id="299" r:id="rId2"/>
    <p:sldId id="298" r:id="rId3"/>
    <p:sldId id="330" r:id="rId4"/>
    <p:sldId id="300" r:id="rId5"/>
    <p:sldId id="333" r:id="rId6"/>
    <p:sldId id="334" r:id="rId7"/>
    <p:sldId id="335" r:id="rId8"/>
    <p:sldId id="285" r:id="rId9"/>
    <p:sldId id="292" r:id="rId10"/>
    <p:sldId id="320" r:id="rId11"/>
    <p:sldId id="321" r:id="rId12"/>
    <p:sldId id="291" r:id="rId13"/>
    <p:sldId id="302" r:id="rId14"/>
    <p:sldId id="303" r:id="rId15"/>
    <p:sldId id="329" r:id="rId16"/>
    <p:sldId id="296" r:id="rId17"/>
    <p:sldId id="309" r:id="rId18"/>
    <p:sldId id="319" r:id="rId19"/>
    <p:sldId id="310" r:id="rId20"/>
    <p:sldId id="311" r:id="rId21"/>
    <p:sldId id="313" r:id="rId22"/>
    <p:sldId id="326" r:id="rId23"/>
    <p:sldId id="340" r:id="rId24"/>
    <p:sldId id="341" r:id="rId25"/>
    <p:sldId id="342" r:id="rId26"/>
    <p:sldId id="336" r:id="rId27"/>
    <p:sldId id="339" r:id="rId28"/>
    <p:sldId id="307" r:id="rId29"/>
    <p:sldId id="327" r:id="rId30"/>
    <p:sldId id="328" r:id="rId31"/>
    <p:sldId id="325" r:id="rId32"/>
    <p:sldId id="314" r:id="rId33"/>
    <p:sldId id="315" r:id="rId34"/>
    <p:sldId id="305" r:id="rId35"/>
    <p:sldId id="306" r:id="rId36"/>
    <p:sldId id="322" r:id="rId37"/>
    <p:sldId id="331" r:id="rId38"/>
    <p:sldId id="332" r:id="rId39"/>
    <p:sldId id="318" r:id="rId40"/>
  </p:sldIdLst>
  <p:sldSz cx="12192000" cy="6858000"/>
  <p:notesSz cx="6858000" cy="9144000"/>
  <p:defaultTextStyle>
    <a:defPPr>
      <a:defRPr lang="en-T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D673"/>
    <a:srgbClr val="FF91ED"/>
    <a:srgbClr val="FF63F3"/>
    <a:srgbClr val="B566A9"/>
    <a:srgbClr val="FFEBFF"/>
    <a:srgbClr val="3CBDB7"/>
    <a:srgbClr val="37404A"/>
    <a:srgbClr val="FFFF00"/>
    <a:srgbClr val="FF00DF"/>
    <a:srgbClr val="8CE1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11"/>
    <p:restoredTop sz="85427"/>
  </p:normalViewPr>
  <p:slideViewPr>
    <p:cSldViewPr snapToGrid="0">
      <p:cViewPr varScale="1">
        <p:scale>
          <a:sx n="86" d="100"/>
          <a:sy n="86" d="100"/>
        </p:scale>
        <p:origin x="188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_rels/data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_rels/data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0FE5C7-B72D-0B40-B9A3-84B249BEFC9A}" type="doc">
      <dgm:prSet loTypeId="urn:microsoft.com/office/officeart/2005/8/layout/process3" loCatId="" qsTypeId="urn:microsoft.com/office/officeart/2005/8/quickstyle/simple1" qsCatId="simple" csTypeId="urn:microsoft.com/office/officeart/2005/8/colors/colorful4" csCatId="colorful" phldr="1"/>
      <dgm:spPr/>
      <dgm:t>
        <a:bodyPr/>
        <a:lstStyle/>
        <a:p>
          <a:endParaRPr lang="en-US"/>
        </a:p>
      </dgm:t>
    </dgm:pt>
    <dgm:pt modelId="{3EEEB784-C983-D944-B65E-116F8EC1A3C4}">
      <dgm:prSet phldrT="[Text]"/>
      <dgm:spPr/>
      <dgm:t>
        <a:bodyPr/>
        <a:lstStyle/>
        <a:p>
          <a:r>
            <a:rPr lang="en-US" dirty="0"/>
            <a:t>Input</a:t>
          </a:r>
        </a:p>
      </dgm:t>
    </dgm:pt>
    <dgm:pt modelId="{0D754B0B-BBA8-EC4E-A37C-82EF1AFCA979}" type="parTrans" cxnId="{FC4691C0-FF3B-084A-9B38-FFFCCB280525}">
      <dgm:prSet/>
      <dgm:spPr/>
      <dgm:t>
        <a:bodyPr/>
        <a:lstStyle/>
        <a:p>
          <a:endParaRPr lang="en-US"/>
        </a:p>
      </dgm:t>
    </dgm:pt>
    <dgm:pt modelId="{ACEB0CAD-6C3B-A845-82E0-83A51BDED4BA}" type="sibTrans" cxnId="{FC4691C0-FF3B-084A-9B38-FFFCCB280525}">
      <dgm:prSet/>
      <dgm:spPr/>
      <dgm:t>
        <a:bodyPr/>
        <a:lstStyle/>
        <a:p>
          <a:endParaRPr lang="en-US"/>
        </a:p>
      </dgm:t>
    </dgm:pt>
    <dgm:pt modelId="{6FECEF75-489F-014D-AC2E-FA6C1AF5F360}">
      <dgm:prSet phldrT="[Text]" custT="1"/>
      <dgm:spPr/>
      <dgm:t>
        <a:bodyPr/>
        <a:lstStyle/>
        <a:p>
          <a:r>
            <a:rPr lang="en-US" sz="1600" dirty="0" err="1"/>
            <a:t>WardID</a:t>
          </a:r>
          <a:endParaRPr lang="en-US" sz="1600" dirty="0"/>
        </a:p>
      </dgm:t>
    </dgm:pt>
    <dgm:pt modelId="{0553419D-181C-B94E-9199-AF81CE2A1DAD}" type="parTrans" cxnId="{336FA427-6C19-C347-BBA9-5FC68004EC52}">
      <dgm:prSet/>
      <dgm:spPr/>
      <dgm:t>
        <a:bodyPr/>
        <a:lstStyle/>
        <a:p>
          <a:endParaRPr lang="en-US"/>
        </a:p>
      </dgm:t>
    </dgm:pt>
    <dgm:pt modelId="{31197598-9F1A-8F40-BE6C-6975EAD8D66D}" type="sibTrans" cxnId="{336FA427-6C19-C347-BBA9-5FC68004EC52}">
      <dgm:prSet/>
      <dgm:spPr/>
      <dgm:t>
        <a:bodyPr/>
        <a:lstStyle/>
        <a:p>
          <a:endParaRPr lang="en-US"/>
        </a:p>
      </dgm:t>
    </dgm:pt>
    <dgm:pt modelId="{CBE3117F-143E-A34F-99C2-BDFF382889FF}">
      <dgm:prSet phldrT="[Text]"/>
      <dgm:spPr/>
      <dgm:t>
        <a:bodyPr/>
        <a:lstStyle/>
        <a:p>
          <a:r>
            <a:rPr lang="en-US" dirty="0"/>
            <a:t>Process</a:t>
          </a:r>
        </a:p>
      </dgm:t>
    </dgm:pt>
    <dgm:pt modelId="{5AE0D77A-78D0-524A-B27F-9399E6A920CD}" type="parTrans" cxnId="{F19F487B-6AE6-FF4C-BF06-EA3D71C28C8A}">
      <dgm:prSet/>
      <dgm:spPr/>
      <dgm:t>
        <a:bodyPr/>
        <a:lstStyle/>
        <a:p>
          <a:endParaRPr lang="en-US"/>
        </a:p>
      </dgm:t>
    </dgm:pt>
    <dgm:pt modelId="{AC73CAC0-116E-E14B-B382-4F6C68E7D3DE}" type="sibTrans" cxnId="{F19F487B-6AE6-FF4C-BF06-EA3D71C28C8A}">
      <dgm:prSet/>
      <dgm:spPr/>
      <dgm:t>
        <a:bodyPr/>
        <a:lstStyle/>
        <a:p>
          <a:endParaRPr lang="en-US"/>
        </a:p>
      </dgm:t>
    </dgm:pt>
    <dgm:pt modelId="{7BD69568-9F62-B84F-B34B-0860FA0C64E1}">
      <dgm:prSet phldrT="[Text]" custT="1"/>
      <dgm:spPr/>
      <dgm:t>
        <a:bodyPr/>
        <a:lstStyle/>
        <a:p>
          <a:pPr>
            <a:buAutoNum type="arabicPeriod"/>
          </a:pPr>
          <a:r>
            <a:rPr lang="en-TH" sz="1600" dirty="0"/>
            <a:t>Open ward timetable</a:t>
          </a:r>
          <a:endParaRPr lang="en-US" sz="1600" dirty="0"/>
        </a:p>
      </dgm:t>
    </dgm:pt>
    <dgm:pt modelId="{E00134B2-112E-8844-AD39-7D639E0EF4EA}" type="parTrans" cxnId="{85BEA232-A477-9A4A-92A0-00A951D74FC9}">
      <dgm:prSet/>
      <dgm:spPr/>
      <dgm:t>
        <a:bodyPr/>
        <a:lstStyle/>
        <a:p>
          <a:endParaRPr lang="en-US"/>
        </a:p>
      </dgm:t>
    </dgm:pt>
    <dgm:pt modelId="{61445A33-F213-9B42-A7D1-F3D9413BAB18}" type="sibTrans" cxnId="{85BEA232-A477-9A4A-92A0-00A951D74FC9}">
      <dgm:prSet/>
      <dgm:spPr/>
      <dgm:t>
        <a:bodyPr/>
        <a:lstStyle/>
        <a:p>
          <a:endParaRPr lang="en-US"/>
        </a:p>
      </dgm:t>
    </dgm:pt>
    <dgm:pt modelId="{AD02E8C4-05E2-9249-BF67-2E6DE7A5F7D9}">
      <dgm:prSet phldrT="[Text]"/>
      <dgm:spPr/>
      <dgm:t>
        <a:bodyPr/>
        <a:lstStyle/>
        <a:p>
          <a:r>
            <a:rPr lang="en-US" dirty="0"/>
            <a:t>Output</a:t>
          </a:r>
        </a:p>
      </dgm:t>
    </dgm:pt>
    <dgm:pt modelId="{EB62B771-0A38-DD4F-9259-22004C7C9704}" type="parTrans" cxnId="{89DAAD0B-5BB7-4842-8506-D1A146386000}">
      <dgm:prSet/>
      <dgm:spPr/>
      <dgm:t>
        <a:bodyPr/>
        <a:lstStyle/>
        <a:p>
          <a:endParaRPr lang="en-US"/>
        </a:p>
      </dgm:t>
    </dgm:pt>
    <dgm:pt modelId="{E99CA578-64A3-B841-A4C1-3C0DA294733A}" type="sibTrans" cxnId="{89DAAD0B-5BB7-4842-8506-D1A146386000}">
      <dgm:prSet/>
      <dgm:spPr/>
      <dgm:t>
        <a:bodyPr/>
        <a:lstStyle/>
        <a:p>
          <a:endParaRPr lang="en-US"/>
        </a:p>
      </dgm:t>
    </dgm:pt>
    <dgm:pt modelId="{E8F441AE-EA43-F444-AFD9-E2E5CB0E60E4}">
      <dgm:prSet custT="1"/>
      <dgm:spPr/>
      <dgm:t>
        <a:bodyPr/>
        <a:lstStyle/>
        <a:p>
          <a:pPr>
            <a:buFont typeface="+mj-lt"/>
            <a:buAutoNum type="arabicPeriod"/>
          </a:pPr>
          <a:r>
            <a:rPr lang="en-TH" sz="1600" dirty="0"/>
            <a:t>Find availabe slots </a:t>
          </a:r>
        </a:p>
      </dgm:t>
    </dgm:pt>
    <dgm:pt modelId="{7ED722E4-AEAD-BA46-86AD-22D9973AFFC4}" type="parTrans" cxnId="{815FFA5D-3C7E-4443-B77B-DF0A6E63BC62}">
      <dgm:prSet/>
      <dgm:spPr/>
      <dgm:t>
        <a:bodyPr/>
        <a:lstStyle/>
        <a:p>
          <a:endParaRPr lang="en-US"/>
        </a:p>
      </dgm:t>
    </dgm:pt>
    <dgm:pt modelId="{1E622CC4-2637-4F4D-8C5B-F9F995C5743A}" type="sibTrans" cxnId="{815FFA5D-3C7E-4443-B77B-DF0A6E63BC62}">
      <dgm:prSet/>
      <dgm:spPr/>
      <dgm:t>
        <a:bodyPr/>
        <a:lstStyle/>
        <a:p>
          <a:endParaRPr lang="en-US"/>
        </a:p>
      </dgm:t>
    </dgm:pt>
    <dgm:pt modelId="{D87DBE0B-8DAC-8F40-913D-58BC0E484CF6}">
      <dgm:prSet custT="1"/>
      <dgm:spPr/>
      <dgm:t>
        <a:bodyPr/>
        <a:lstStyle/>
        <a:p>
          <a:pPr>
            <a:buFont typeface="+mj-lt"/>
            <a:buAutoNum type="arabicPeriod"/>
          </a:pPr>
          <a:r>
            <a:rPr lang="en-TH" sz="1600" dirty="0"/>
            <a:t>Stop if found</a:t>
          </a:r>
        </a:p>
      </dgm:t>
    </dgm:pt>
    <dgm:pt modelId="{66CB642A-8B6D-374C-89A5-B20F9D40F47D}" type="parTrans" cxnId="{69406C31-5CDF-3346-889B-040BE8E8EA36}">
      <dgm:prSet/>
      <dgm:spPr/>
      <dgm:t>
        <a:bodyPr/>
        <a:lstStyle/>
        <a:p>
          <a:endParaRPr lang="en-US"/>
        </a:p>
      </dgm:t>
    </dgm:pt>
    <dgm:pt modelId="{8BF367EF-1AEF-F242-9FC4-B2AE7638A4FA}" type="sibTrans" cxnId="{69406C31-5CDF-3346-889B-040BE8E8EA36}">
      <dgm:prSet/>
      <dgm:spPr/>
      <dgm:t>
        <a:bodyPr/>
        <a:lstStyle/>
        <a:p>
          <a:endParaRPr lang="en-US"/>
        </a:p>
      </dgm:t>
    </dgm:pt>
    <dgm:pt modelId="{1F2101BF-17CF-9A47-9DED-A56A582BEDD2}">
      <dgm:prSet phldrT="[Text]" custT="1"/>
      <dgm:spPr/>
      <dgm:t>
        <a:bodyPr/>
        <a:lstStyle/>
        <a:p>
          <a:endParaRPr lang="en-US" sz="1600" dirty="0"/>
        </a:p>
      </dgm:t>
    </dgm:pt>
    <dgm:pt modelId="{29582B69-7E33-A44B-8CD9-94D961F426A6}" type="parTrans" cxnId="{F7BDD60F-C471-B94F-B909-46F138E5B82E}">
      <dgm:prSet/>
      <dgm:spPr/>
      <dgm:t>
        <a:bodyPr/>
        <a:lstStyle/>
        <a:p>
          <a:endParaRPr lang="en-US"/>
        </a:p>
      </dgm:t>
    </dgm:pt>
    <dgm:pt modelId="{FB0B32E9-EAF4-434B-B53C-97EADCF2A4FD}" type="sibTrans" cxnId="{F7BDD60F-C471-B94F-B909-46F138E5B82E}">
      <dgm:prSet/>
      <dgm:spPr/>
      <dgm:t>
        <a:bodyPr/>
        <a:lstStyle/>
        <a:p>
          <a:endParaRPr lang="en-US"/>
        </a:p>
      </dgm:t>
    </dgm:pt>
    <dgm:pt modelId="{D18C84E8-3916-9947-B81D-28CAF5BB057C}">
      <dgm:prSet phldrT="[Text]" custT="1"/>
      <dgm:spPr/>
      <dgm:t>
        <a:bodyPr/>
        <a:lstStyle/>
        <a:p>
          <a:endParaRPr lang="en-US" sz="1600" dirty="0"/>
        </a:p>
      </dgm:t>
    </dgm:pt>
    <dgm:pt modelId="{96D93F96-4DAC-BE44-9F2E-2C0B4FA43384}" type="parTrans" cxnId="{E6D07A90-AB4A-AF4E-B3BE-DC690EA27E67}">
      <dgm:prSet/>
      <dgm:spPr/>
      <dgm:t>
        <a:bodyPr/>
        <a:lstStyle/>
        <a:p>
          <a:endParaRPr lang="en-US"/>
        </a:p>
      </dgm:t>
    </dgm:pt>
    <dgm:pt modelId="{8330B293-A684-154B-BD2C-D23C63FA97CF}" type="sibTrans" cxnId="{E6D07A90-AB4A-AF4E-B3BE-DC690EA27E67}">
      <dgm:prSet/>
      <dgm:spPr/>
      <dgm:t>
        <a:bodyPr/>
        <a:lstStyle/>
        <a:p>
          <a:endParaRPr lang="en-US"/>
        </a:p>
      </dgm:t>
    </dgm:pt>
    <dgm:pt modelId="{CDBA85E7-FF7C-6440-94D4-7E50DEBFE523}">
      <dgm:prSet phldrT="[Text]" custT="1"/>
      <dgm:spPr/>
      <dgm:t>
        <a:bodyPr/>
        <a:lstStyle/>
        <a:p>
          <a:endParaRPr lang="en-US" sz="1600" dirty="0"/>
        </a:p>
      </dgm:t>
    </dgm:pt>
    <dgm:pt modelId="{02BB6CA0-F0ED-FC48-B2CB-3EB6922F5CE3}" type="parTrans" cxnId="{C79C1711-5641-F74B-B94A-BC8699D45996}">
      <dgm:prSet/>
      <dgm:spPr/>
      <dgm:t>
        <a:bodyPr/>
        <a:lstStyle/>
        <a:p>
          <a:endParaRPr lang="en-US"/>
        </a:p>
      </dgm:t>
    </dgm:pt>
    <dgm:pt modelId="{D5CE21F0-185B-A443-9D60-8C48CE1F2610}" type="sibTrans" cxnId="{C79C1711-5641-F74B-B94A-BC8699D45996}">
      <dgm:prSet/>
      <dgm:spPr/>
      <dgm:t>
        <a:bodyPr/>
        <a:lstStyle/>
        <a:p>
          <a:endParaRPr lang="en-US"/>
        </a:p>
      </dgm:t>
    </dgm:pt>
    <dgm:pt modelId="{65774DD3-5351-4F47-A669-F1AE46F0129D}">
      <dgm:prSet phldrT="[Text]" custT="1"/>
      <dgm:spPr/>
      <dgm:t>
        <a:bodyPr/>
        <a:lstStyle/>
        <a:p>
          <a:r>
            <a:rPr lang="en-US" sz="1600" dirty="0"/>
            <a:t>Available datetime</a:t>
          </a:r>
        </a:p>
      </dgm:t>
    </dgm:pt>
    <dgm:pt modelId="{7E1B3B00-0343-EB4C-89BF-30C9AF2DED19}" type="parTrans" cxnId="{2B29B7A5-9A81-C342-B0F5-D81F3A3AAC5F}">
      <dgm:prSet/>
      <dgm:spPr/>
      <dgm:t>
        <a:bodyPr/>
        <a:lstStyle/>
        <a:p>
          <a:endParaRPr lang="en-US"/>
        </a:p>
      </dgm:t>
    </dgm:pt>
    <dgm:pt modelId="{604BC051-31BD-1E4E-9D73-0A6D25B9E7A7}" type="sibTrans" cxnId="{2B29B7A5-9A81-C342-B0F5-D81F3A3AAC5F}">
      <dgm:prSet/>
      <dgm:spPr/>
      <dgm:t>
        <a:bodyPr/>
        <a:lstStyle/>
        <a:p>
          <a:endParaRPr lang="en-US"/>
        </a:p>
      </dgm:t>
    </dgm:pt>
    <dgm:pt modelId="{D30C4A48-627E-E045-A940-1C196D7BF244}">
      <dgm:prSet phldrT="[Text]" custT="1"/>
      <dgm:spPr/>
      <dgm:t>
        <a:bodyPr/>
        <a:lstStyle/>
        <a:p>
          <a:endParaRPr lang="en-US" sz="1600" dirty="0"/>
        </a:p>
      </dgm:t>
    </dgm:pt>
    <dgm:pt modelId="{9768D4D5-24D7-A146-879A-5CADF9ADC358}" type="parTrans" cxnId="{E7897ECC-844B-FD41-A7DC-A988D2F49453}">
      <dgm:prSet/>
      <dgm:spPr/>
      <dgm:t>
        <a:bodyPr/>
        <a:lstStyle/>
        <a:p>
          <a:endParaRPr lang="en-US"/>
        </a:p>
      </dgm:t>
    </dgm:pt>
    <dgm:pt modelId="{0E6901D9-A63C-114C-8FF5-85343AC86040}" type="sibTrans" cxnId="{E7897ECC-844B-FD41-A7DC-A988D2F49453}">
      <dgm:prSet/>
      <dgm:spPr/>
      <dgm:t>
        <a:bodyPr/>
        <a:lstStyle/>
        <a:p>
          <a:endParaRPr lang="en-US"/>
        </a:p>
      </dgm:t>
    </dgm:pt>
    <dgm:pt modelId="{8B49D546-B3E1-3645-BE85-39921C44AE75}" type="pres">
      <dgm:prSet presAssocID="{AA0FE5C7-B72D-0B40-B9A3-84B249BEFC9A}" presName="linearFlow" presStyleCnt="0">
        <dgm:presLayoutVars>
          <dgm:dir/>
          <dgm:animLvl val="lvl"/>
          <dgm:resizeHandles val="exact"/>
        </dgm:presLayoutVars>
      </dgm:prSet>
      <dgm:spPr/>
    </dgm:pt>
    <dgm:pt modelId="{9927EA6A-B129-0D4E-817C-42A22EE195AD}" type="pres">
      <dgm:prSet presAssocID="{3EEEB784-C983-D944-B65E-116F8EC1A3C4}" presName="composite" presStyleCnt="0"/>
      <dgm:spPr/>
    </dgm:pt>
    <dgm:pt modelId="{764C1003-A3CB-544E-9B1F-05FF8E331DD3}" type="pres">
      <dgm:prSet presAssocID="{3EEEB784-C983-D944-B65E-116F8EC1A3C4}" presName="parTx" presStyleLbl="node1" presStyleIdx="0" presStyleCnt="3">
        <dgm:presLayoutVars>
          <dgm:chMax val="0"/>
          <dgm:chPref val="0"/>
          <dgm:bulletEnabled val="1"/>
        </dgm:presLayoutVars>
      </dgm:prSet>
      <dgm:spPr/>
    </dgm:pt>
    <dgm:pt modelId="{0CDEE01A-9D33-8443-9A2E-8DA4957A3609}" type="pres">
      <dgm:prSet presAssocID="{3EEEB784-C983-D944-B65E-116F8EC1A3C4}" presName="parSh" presStyleLbl="node1" presStyleIdx="0" presStyleCnt="3"/>
      <dgm:spPr/>
    </dgm:pt>
    <dgm:pt modelId="{67E45B59-7983-CB44-BD59-7E18570013CF}" type="pres">
      <dgm:prSet presAssocID="{3EEEB784-C983-D944-B65E-116F8EC1A3C4}" presName="desTx" presStyleLbl="fgAcc1" presStyleIdx="0" presStyleCnt="3">
        <dgm:presLayoutVars>
          <dgm:bulletEnabled val="1"/>
        </dgm:presLayoutVars>
      </dgm:prSet>
      <dgm:spPr/>
    </dgm:pt>
    <dgm:pt modelId="{A8438793-7F5C-474E-AFCD-EA830D225D2F}" type="pres">
      <dgm:prSet presAssocID="{ACEB0CAD-6C3B-A845-82E0-83A51BDED4BA}" presName="sibTrans" presStyleLbl="sibTrans2D1" presStyleIdx="0" presStyleCnt="2"/>
      <dgm:spPr/>
    </dgm:pt>
    <dgm:pt modelId="{FB3BB851-82CF-FE4C-92CE-B705591AD94A}" type="pres">
      <dgm:prSet presAssocID="{ACEB0CAD-6C3B-A845-82E0-83A51BDED4BA}" presName="connTx" presStyleLbl="sibTrans2D1" presStyleIdx="0" presStyleCnt="2"/>
      <dgm:spPr/>
    </dgm:pt>
    <dgm:pt modelId="{1EFCD785-74B5-684C-A424-7CD37F59EE97}" type="pres">
      <dgm:prSet presAssocID="{CBE3117F-143E-A34F-99C2-BDFF382889FF}" presName="composite" presStyleCnt="0"/>
      <dgm:spPr/>
    </dgm:pt>
    <dgm:pt modelId="{ADA2476F-ECF6-7D45-82A7-89BF6AE8CAA7}" type="pres">
      <dgm:prSet presAssocID="{CBE3117F-143E-A34F-99C2-BDFF382889FF}" presName="parTx" presStyleLbl="node1" presStyleIdx="0" presStyleCnt="3">
        <dgm:presLayoutVars>
          <dgm:chMax val="0"/>
          <dgm:chPref val="0"/>
          <dgm:bulletEnabled val="1"/>
        </dgm:presLayoutVars>
      </dgm:prSet>
      <dgm:spPr/>
    </dgm:pt>
    <dgm:pt modelId="{0F235C43-86A7-B749-9160-704ABC2E0F0C}" type="pres">
      <dgm:prSet presAssocID="{CBE3117F-143E-A34F-99C2-BDFF382889FF}" presName="parSh" presStyleLbl="node1" presStyleIdx="1" presStyleCnt="3"/>
      <dgm:spPr/>
    </dgm:pt>
    <dgm:pt modelId="{2F7AA09C-7578-4C41-BA08-34D7B3548614}" type="pres">
      <dgm:prSet presAssocID="{CBE3117F-143E-A34F-99C2-BDFF382889FF}" presName="desTx" presStyleLbl="fgAcc1" presStyleIdx="1" presStyleCnt="3">
        <dgm:presLayoutVars>
          <dgm:bulletEnabled val="1"/>
        </dgm:presLayoutVars>
      </dgm:prSet>
      <dgm:spPr/>
    </dgm:pt>
    <dgm:pt modelId="{65D41D7C-CEAC-4846-BDFD-DB01AA745C6A}" type="pres">
      <dgm:prSet presAssocID="{AC73CAC0-116E-E14B-B382-4F6C68E7D3DE}" presName="sibTrans" presStyleLbl="sibTrans2D1" presStyleIdx="1" presStyleCnt="2"/>
      <dgm:spPr/>
    </dgm:pt>
    <dgm:pt modelId="{B8E11813-B469-584C-9894-C10A91A7295F}" type="pres">
      <dgm:prSet presAssocID="{AC73CAC0-116E-E14B-B382-4F6C68E7D3DE}" presName="connTx" presStyleLbl="sibTrans2D1" presStyleIdx="1" presStyleCnt="2"/>
      <dgm:spPr/>
    </dgm:pt>
    <dgm:pt modelId="{B43ECFC1-FFBC-C748-BC37-91900443DBFB}" type="pres">
      <dgm:prSet presAssocID="{AD02E8C4-05E2-9249-BF67-2E6DE7A5F7D9}" presName="composite" presStyleCnt="0"/>
      <dgm:spPr/>
    </dgm:pt>
    <dgm:pt modelId="{D2900AF5-FB18-2F4B-931F-E7CF937ABD50}" type="pres">
      <dgm:prSet presAssocID="{AD02E8C4-05E2-9249-BF67-2E6DE7A5F7D9}" presName="parTx" presStyleLbl="node1" presStyleIdx="1" presStyleCnt="3">
        <dgm:presLayoutVars>
          <dgm:chMax val="0"/>
          <dgm:chPref val="0"/>
          <dgm:bulletEnabled val="1"/>
        </dgm:presLayoutVars>
      </dgm:prSet>
      <dgm:spPr/>
    </dgm:pt>
    <dgm:pt modelId="{0E00BAAE-81F6-0E4B-A21E-D94C5888DF3A}" type="pres">
      <dgm:prSet presAssocID="{AD02E8C4-05E2-9249-BF67-2E6DE7A5F7D9}" presName="parSh" presStyleLbl="node1" presStyleIdx="2" presStyleCnt="3"/>
      <dgm:spPr/>
    </dgm:pt>
    <dgm:pt modelId="{B7C11653-E5C1-8246-8277-B4EFA615A7F5}" type="pres">
      <dgm:prSet presAssocID="{AD02E8C4-05E2-9249-BF67-2E6DE7A5F7D9}" presName="desTx" presStyleLbl="fgAcc1" presStyleIdx="2" presStyleCnt="3">
        <dgm:presLayoutVars>
          <dgm:bulletEnabled val="1"/>
        </dgm:presLayoutVars>
      </dgm:prSet>
      <dgm:spPr/>
    </dgm:pt>
  </dgm:ptLst>
  <dgm:cxnLst>
    <dgm:cxn modelId="{89DAAD0B-5BB7-4842-8506-D1A146386000}" srcId="{AA0FE5C7-B72D-0B40-B9A3-84B249BEFC9A}" destId="{AD02E8C4-05E2-9249-BF67-2E6DE7A5F7D9}" srcOrd="2" destOrd="0" parTransId="{EB62B771-0A38-DD4F-9259-22004C7C9704}" sibTransId="{E99CA578-64A3-B841-A4C1-3C0DA294733A}"/>
    <dgm:cxn modelId="{F7BDD60F-C471-B94F-B909-46F138E5B82E}" srcId="{3EEEB784-C983-D944-B65E-116F8EC1A3C4}" destId="{1F2101BF-17CF-9A47-9DED-A56A582BEDD2}" srcOrd="0" destOrd="0" parTransId="{29582B69-7E33-A44B-8CD9-94D961F426A6}" sibTransId="{FB0B32E9-EAF4-434B-B53C-97EADCF2A4FD}"/>
    <dgm:cxn modelId="{C79C1711-5641-F74B-B94A-BC8699D45996}" srcId="{AD02E8C4-05E2-9249-BF67-2E6DE7A5F7D9}" destId="{CDBA85E7-FF7C-6440-94D4-7E50DEBFE523}" srcOrd="0" destOrd="0" parTransId="{02BB6CA0-F0ED-FC48-B2CB-3EB6922F5CE3}" sibTransId="{D5CE21F0-185B-A443-9D60-8C48CE1F2610}"/>
    <dgm:cxn modelId="{B821241A-D926-4147-9AEE-DE1314C08161}" type="presOf" srcId="{1F2101BF-17CF-9A47-9DED-A56A582BEDD2}" destId="{67E45B59-7983-CB44-BD59-7E18570013CF}" srcOrd="0" destOrd="0" presId="urn:microsoft.com/office/officeart/2005/8/layout/process3"/>
    <dgm:cxn modelId="{A4269C1D-35F6-4A43-994A-5C1F906E444A}" type="presOf" srcId="{CBE3117F-143E-A34F-99C2-BDFF382889FF}" destId="{0F235C43-86A7-B749-9160-704ABC2E0F0C}" srcOrd="1" destOrd="0" presId="urn:microsoft.com/office/officeart/2005/8/layout/process3"/>
    <dgm:cxn modelId="{336FA427-6C19-C347-BBA9-5FC68004EC52}" srcId="{3EEEB784-C983-D944-B65E-116F8EC1A3C4}" destId="{6FECEF75-489F-014D-AC2E-FA6C1AF5F360}" srcOrd="2" destOrd="0" parTransId="{0553419D-181C-B94E-9199-AF81CE2A1DAD}" sibTransId="{31197598-9F1A-8F40-BE6C-6975EAD8D66D}"/>
    <dgm:cxn modelId="{60517D2F-533C-1D4E-8D57-D8AEA9A1E4BE}" type="presOf" srcId="{ACEB0CAD-6C3B-A845-82E0-83A51BDED4BA}" destId="{FB3BB851-82CF-FE4C-92CE-B705591AD94A}" srcOrd="1" destOrd="0" presId="urn:microsoft.com/office/officeart/2005/8/layout/process3"/>
    <dgm:cxn modelId="{69406C31-5CDF-3346-889B-040BE8E8EA36}" srcId="{CBE3117F-143E-A34F-99C2-BDFF382889FF}" destId="{D87DBE0B-8DAC-8F40-913D-58BC0E484CF6}" srcOrd="2" destOrd="0" parTransId="{66CB642A-8B6D-374C-89A5-B20F9D40F47D}" sibTransId="{8BF367EF-1AEF-F242-9FC4-B2AE7638A4FA}"/>
    <dgm:cxn modelId="{85BEA232-A477-9A4A-92A0-00A951D74FC9}" srcId="{CBE3117F-143E-A34F-99C2-BDFF382889FF}" destId="{7BD69568-9F62-B84F-B34B-0860FA0C64E1}" srcOrd="0" destOrd="0" parTransId="{E00134B2-112E-8844-AD39-7D639E0EF4EA}" sibTransId="{61445A33-F213-9B42-A7D1-F3D9413BAB18}"/>
    <dgm:cxn modelId="{8D56D233-BBFA-AE4D-BEDF-60F5025D2146}" type="presOf" srcId="{6FECEF75-489F-014D-AC2E-FA6C1AF5F360}" destId="{67E45B59-7983-CB44-BD59-7E18570013CF}" srcOrd="0" destOrd="2" presId="urn:microsoft.com/office/officeart/2005/8/layout/process3"/>
    <dgm:cxn modelId="{D8639339-AED9-1547-B12C-82B5D23C3D2F}" type="presOf" srcId="{CDBA85E7-FF7C-6440-94D4-7E50DEBFE523}" destId="{B7C11653-E5C1-8246-8277-B4EFA615A7F5}" srcOrd="0" destOrd="0" presId="urn:microsoft.com/office/officeart/2005/8/layout/process3"/>
    <dgm:cxn modelId="{C41B5C3F-E17E-AE49-A9B0-699232CCA2B3}" type="presOf" srcId="{AC73CAC0-116E-E14B-B382-4F6C68E7D3DE}" destId="{65D41D7C-CEAC-4846-BDFD-DB01AA745C6A}" srcOrd="0" destOrd="0" presId="urn:microsoft.com/office/officeart/2005/8/layout/process3"/>
    <dgm:cxn modelId="{C589D941-05AD-D649-9120-43B8D9572D84}" type="presOf" srcId="{3EEEB784-C983-D944-B65E-116F8EC1A3C4}" destId="{764C1003-A3CB-544E-9B1F-05FF8E331DD3}" srcOrd="0" destOrd="0" presId="urn:microsoft.com/office/officeart/2005/8/layout/process3"/>
    <dgm:cxn modelId="{1B31E64D-BEAF-304B-9584-698DC74829F6}" type="presOf" srcId="{AD02E8C4-05E2-9249-BF67-2E6DE7A5F7D9}" destId="{D2900AF5-FB18-2F4B-931F-E7CF937ABD50}" srcOrd="0" destOrd="0" presId="urn:microsoft.com/office/officeart/2005/8/layout/process3"/>
    <dgm:cxn modelId="{8C4B6356-C46F-0E48-ABAC-A0E989FB76F2}" type="presOf" srcId="{E8F441AE-EA43-F444-AFD9-E2E5CB0E60E4}" destId="{2F7AA09C-7578-4C41-BA08-34D7B3548614}" srcOrd="0" destOrd="1" presId="urn:microsoft.com/office/officeart/2005/8/layout/process3"/>
    <dgm:cxn modelId="{C2AC575A-79DC-B041-9F7B-16B2F889E112}" type="presOf" srcId="{65774DD3-5351-4F47-A669-F1AE46F0129D}" destId="{B7C11653-E5C1-8246-8277-B4EFA615A7F5}" srcOrd="0" destOrd="2" presId="urn:microsoft.com/office/officeart/2005/8/layout/process3"/>
    <dgm:cxn modelId="{99714F5C-A992-124F-BF82-D1954A0F696A}" type="presOf" srcId="{D30C4A48-627E-E045-A940-1C196D7BF244}" destId="{B7C11653-E5C1-8246-8277-B4EFA615A7F5}" srcOrd="0" destOrd="1" presId="urn:microsoft.com/office/officeart/2005/8/layout/process3"/>
    <dgm:cxn modelId="{815FFA5D-3C7E-4443-B77B-DF0A6E63BC62}" srcId="{CBE3117F-143E-A34F-99C2-BDFF382889FF}" destId="{E8F441AE-EA43-F444-AFD9-E2E5CB0E60E4}" srcOrd="1" destOrd="0" parTransId="{7ED722E4-AEAD-BA46-86AD-22D9973AFFC4}" sibTransId="{1E622CC4-2637-4F4D-8C5B-F9F995C5743A}"/>
    <dgm:cxn modelId="{DE26BC6D-84F2-0E49-AF31-CBCBFE8AB686}" type="presOf" srcId="{D18C84E8-3916-9947-B81D-28CAF5BB057C}" destId="{67E45B59-7983-CB44-BD59-7E18570013CF}" srcOrd="0" destOrd="1" presId="urn:microsoft.com/office/officeart/2005/8/layout/process3"/>
    <dgm:cxn modelId="{9A65706F-6DD8-F343-B922-634E5F90F1A6}" type="presOf" srcId="{AC73CAC0-116E-E14B-B382-4F6C68E7D3DE}" destId="{B8E11813-B469-584C-9894-C10A91A7295F}" srcOrd="1" destOrd="0" presId="urn:microsoft.com/office/officeart/2005/8/layout/process3"/>
    <dgm:cxn modelId="{343B9E71-D91C-8347-AA78-2CEAD0D3E5BF}" type="presOf" srcId="{7BD69568-9F62-B84F-B34B-0860FA0C64E1}" destId="{2F7AA09C-7578-4C41-BA08-34D7B3548614}" srcOrd="0" destOrd="0" presId="urn:microsoft.com/office/officeart/2005/8/layout/process3"/>
    <dgm:cxn modelId="{F19F487B-6AE6-FF4C-BF06-EA3D71C28C8A}" srcId="{AA0FE5C7-B72D-0B40-B9A3-84B249BEFC9A}" destId="{CBE3117F-143E-A34F-99C2-BDFF382889FF}" srcOrd="1" destOrd="0" parTransId="{5AE0D77A-78D0-524A-B27F-9399E6A920CD}" sibTransId="{AC73CAC0-116E-E14B-B382-4F6C68E7D3DE}"/>
    <dgm:cxn modelId="{399F787C-D36B-0A48-AFE0-B716A5AB0162}" type="presOf" srcId="{AA0FE5C7-B72D-0B40-B9A3-84B249BEFC9A}" destId="{8B49D546-B3E1-3645-BE85-39921C44AE75}" srcOrd="0" destOrd="0" presId="urn:microsoft.com/office/officeart/2005/8/layout/process3"/>
    <dgm:cxn modelId="{E6D07A90-AB4A-AF4E-B3BE-DC690EA27E67}" srcId="{3EEEB784-C983-D944-B65E-116F8EC1A3C4}" destId="{D18C84E8-3916-9947-B81D-28CAF5BB057C}" srcOrd="1" destOrd="0" parTransId="{96D93F96-4DAC-BE44-9F2E-2C0B4FA43384}" sibTransId="{8330B293-A684-154B-BD2C-D23C63FA97CF}"/>
    <dgm:cxn modelId="{2B29B7A5-9A81-C342-B0F5-D81F3A3AAC5F}" srcId="{AD02E8C4-05E2-9249-BF67-2E6DE7A5F7D9}" destId="{65774DD3-5351-4F47-A669-F1AE46F0129D}" srcOrd="2" destOrd="0" parTransId="{7E1B3B00-0343-EB4C-89BF-30C9AF2DED19}" sibTransId="{604BC051-31BD-1E4E-9D73-0A6D25B9E7A7}"/>
    <dgm:cxn modelId="{FC4691C0-FF3B-084A-9B38-FFFCCB280525}" srcId="{AA0FE5C7-B72D-0B40-B9A3-84B249BEFC9A}" destId="{3EEEB784-C983-D944-B65E-116F8EC1A3C4}" srcOrd="0" destOrd="0" parTransId="{0D754B0B-BBA8-EC4E-A37C-82EF1AFCA979}" sibTransId="{ACEB0CAD-6C3B-A845-82E0-83A51BDED4BA}"/>
    <dgm:cxn modelId="{E7897ECC-844B-FD41-A7DC-A988D2F49453}" srcId="{AD02E8C4-05E2-9249-BF67-2E6DE7A5F7D9}" destId="{D30C4A48-627E-E045-A940-1C196D7BF244}" srcOrd="1" destOrd="0" parTransId="{9768D4D5-24D7-A146-879A-5CADF9ADC358}" sibTransId="{0E6901D9-A63C-114C-8FF5-85343AC86040}"/>
    <dgm:cxn modelId="{73052ED4-D339-F443-949F-6749D03BD8ED}" type="presOf" srcId="{AD02E8C4-05E2-9249-BF67-2E6DE7A5F7D9}" destId="{0E00BAAE-81F6-0E4B-A21E-D94C5888DF3A}" srcOrd="1" destOrd="0" presId="urn:microsoft.com/office/officeart/2005/8/layout/process3"/>
    <dgm:cxn modelId="{F55E97D7-1968-7B47-AE0F-E92BDF7D7705}" type="presOf" srcId="{CBE3117F-143E-A34F-99C2-BDFF382889FF}" destId="{ADA2476F-ECF6-7D45-82A7-89BF6AE8CAA7}" srcOrd="0" destOrd="0" presId="urn:microsoft.com/office/officeart/2005/8/layout/process3"/>
    <dgm:cxn modelId="{52222BD8-CE14-F44F-9F24-FF858273B9FF}" type="presOf" srcId="{ACEB0CAD-6C3B-A845-82E0-83A51BDED4BA}" destId="{A8438793-7F5C-474E-AFCD-EA830D225D2F}" srcOrd="0" destOrd="0" presId="urn:microsoft.com/office/officeart/2005/8/layout/process3"/>
    <dgm:cxn modelId="{9F76A0EC-A6C3-0C44-99A8-0584E15D97FE}" type="presOf" srcId="{3EEEB784-C983-D944-B65E-116F8EC1A3C4}" destId="{0CDEE01A-9D33-8443-9A2E-8DA4957A3609}" srcOrd="1" destOrd="0" presId="urn:microsoft.com/office/officeart/2005/8/layout/process3"/>
    <dgm:cxn modelId="{3557F8EE-CA0F-0843-B602-86C6DBC46C51}" type="presOf" srcId="{D87DBE0B-8DAC-8F40-913D-58BC0E484CF6}" destId="{2F7AA09C-7578-4C41-BA08-34D7B3548614}" srcOrd="0" destOrd="2" presId="urn:microsoft.com/office/officeart/2005/8/layout/process3"/>
    <dgm:cxn modelId="{D12A6898-61F8-9148-B133-4C6533F810E8}" type="presParOf" srcId="{8B49D546-B3E1-3645-BE85-39921C44AE75}" destId="{9927EA6A-B129-0D4E-817C-42A22EE195AD}" srcOrd="0" destOrd="0" presId="urn:microsoft.com/office/officeart/2005/8/layout/process3"/>
    <dgm:cxn modelId="{12B8CF2F-E7CF-2440-99B5-539BF9865B99}" type="presParOf" srcId="{9927EA6A-B129-0D4E-817C-42A22EE195AD}" destId="{764C1003-A3CB-544E-9B1F-05FF8E331DD3}" srcOrd="0" destOrd="0" presId="urn:microsoft.com/office/officeart/2005/8/layout/process3"/>
    <dgm:cxn modelId="{A8D2156D-1366-D747-9425-0F442E3D130F}" type="presParOf" srcId="{9927EA6A-B129-0D4E-817C-42A22EE195AD}" destId="{0CDEE01A-9D33-8443-9A2E-8DA4957A3609}" srcOrd="1" destOrd="0" presId="urn:microsoft.com/office/officeart/2005/8/layout/process3"/>
    <dgm:cxn modelId="{785DF93F-BA66-A146-B5D8-CEF8295DC3FF}" type="presParOf" srcId="{9927EA6A-B129-0D4E-817C-42A22EE195AD}" destId="{67E45B59-7983-CB44-BD59-7E18570013CF}" srcOrd="2" destOrd="0" presId="urn:microsoft.com/office/officeart/2005/8/layout/process3"/>
    <dgm:cxn modelId="{AB581A13-22F7-1744-8C8F-13A890451AAE}" type="presParOf" srcId="{8B49D546-B3E1-3645-BE85-39921C44AE75}" destId="{A8438793-7F5C-474E-AFCD-EA830D225D2F}" srcOrd="1" destOrd="0" presId="urn:microsoft.com/office/officeart/2005/8/layout/process3"/>
    <dgm:cxn modelId="{E9D2AAAF-6B44-9A49-8FE2-BDBA4DBCEB56}" type="presParOf" srcId="{A8438793-7F5C-474E-AFCD-EA830D225D2F}" destId="{FB3BB851-82CF-FE4C-92CE-B705591AD94A}" srcOrd="0" destOrd="0" presId="urn:microsoft.com/office/officeart/2005/8/layout/process3"/>
    <dgm:cxn modelId="{D7BCB705-DA19-084C-B25D-AFBA85A0ADC7}" type="presParOf" srcId="{8B49D546-B3E1-3645-BE85-39921C44AE75}" destId="{1EFCD785-74B5-684C-A424-7CD37F59EE97}" srcOrd="2" destOrd="0" presId="urn:microsoft.com/office/officeart/2005/8/layout/process3"/>
    <dgm:cxn modelId="{DE86BC4C-848A-CF49-AAE6-ABD028EBA317}" type="presParOf" srcId="{1EFCD785-74B5-684C-A424-7CD37F59EE97}" destId="{ADA2476F-ECF6-7D45-82A7-89BF6AE8CAA7}" srcOrd="0" destOrd="0" presId="urn:microsoft.com/office/officeart/2005/8/layout/process3"/>
    <dgm:cxn modelId="{31735E1D-FFC2-7C44-9503-B87337BE513B}" type="presParOf" srcId="{1EFCD785-74B5-684C-A424-7CD37F59EE97}" destId="{0F235C43-86A7-B749-9160-704ABC2E0F0C}" srcOrd="1" destOrd="0" presId="urn:microsoft.com/office/officeart/2005/8/layout/process3"/>
    <dgm:cxn modelId="{F67CCC5F-E3B1-EA41-9571-D7767E00DB9B}" type="presParOf" srcId="{1EFCD785-74B5-684C-A424-7CD37F59EE97}" destId="{2F7AA09C-7578-4C41-BA08-34D7B3548614}" srcOrd="2" destOrd="0" presId="urn:microsoft.com/office/officeart/2005/8/layout/process3"/>
    <dgm:cxn modelId="{699B6E89-6767-FE45-BE23-629FE3946310}" type="presParOf" srcId="{8B49D546-B3E1-3645-BE85-39921C44AE75}" destId="{65D41D7C-CEAC-4846-BDFD-DB01AA745C6A}" srcOrd="3" destOrd="0" presId="urn:microsoft.com/office/officeart/2005/8/layout/process3"/>
    <dgm:cxn modelId="{2B6BBF96-749C-C84E-BF8F-066FA1D8E3E8}" type="presParOf" srcId="{65D41D7C-CEAC-4846-BDFD-DB01AA745C6A}" destId="{B8E11813-B469-584C-9894-C10A91A7295F}" srcOrd="0" destOrd="0" presId="urn:microsoft.com/office/officeart/2005/8/layout/process3"/>
    <dgm:cxn modelId="{AFC8D646-7352-954F-9D55-F52D803EF788}" type="presParOf" srcId="{8B49D546-B3E1-3645-BE85-39921C44AE75}" destId="{B43ECFC1-FFBC-C748-BC37-91900443DBFB}" srcOrd="4" destOrd="0" presId="urn:microsoft.com/office/officeart/2005/8/layout/process3"/>
    <dgm:cxn modelId="{AEF38E0F-A3EA-C144-9A77-4DEF4A11A4BF}" type="presParOf" srcId="{B43ECFC1-FFBC-C748-BC37-91900443DBFB}" destId="{D2900AF5-FB18-2F4B-931F-E7CF937ABD50}" srcOrd="0" destOrd="0" presId="urn:microsoft.com/office/officeart/2005/8/layout/process3"/>
    <dgm:cxn modelId="{442CB8A3-29A2-D442-90FD-0BE19F2611A0}" type="presParOf" srcId="{B43ECFC1-FFBC-C748-BC37-91900443DBFB}" destId="{0E00BAAE-81F6-0E4B-A21E-D94C5888DF3A}" srcOrd="1" destOrd="0" presId="urn:microsoft.com/office/officeart/2005/8/layout/process3"/>
    <dgm:cxn modelId="{2135714D-07C4-8E44-85CB-E1A8CC92DE79}" type="presParOf" srcId="{B43ECFC1-FFBC-C748-BC37-91900443DBFB}" destId="{B7C11653-E5C1-8246-8277-B4EFA615A7F5}"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3585D0-4F62-5D47-88C3-B1392933388C}" type="doc">
      <dgm:prSet loTypeId="urn:microsoft.com/office/officeart/2005/8/layout/pList2" loCatId="" qsTypeId="urn:microsoft.com/office/officeart/2005/8/quickstyle/simple1" qsCatId="simple" csTypeId="urn:microsoft.com/office/officeart/2005/8/colors/colorful5" csCatId="colorful" phldr="1"/>
      <dgm:spPr/>
      <dgm:t>
        <a:bodyPr/>
        <a:lstStyle/>
        <a:p>
          <a:endParaRPr lang="en-US"/>
        </a:p>
      </dgm:t>
    </dgm:pt>
    <dgm:pt modelId="{F90DF42E-6420-D744-BABE-C79234DD4B9A}">
      <dgm:prSet phldrT="[Text]" custT="1"/>
      <dgm:spPr/>
      <dgm:t>
        <a:bodyPr/>
        <a:lstStyle/>
        <a:p>
          <a:r>
            <a:rPr lang="en-US" sz="2400" dirty="0"/>
            <a:t>Unit Test</a:t>
          </a:r>
        </a:p>
      </dgm:t>
    </dgm:pt>
    <dgm:pt modelId="{0FC8084C-1B1E-F74B-A835-48222F9BBA75}" type="parTrans" cxnId="{E8A04EEF-CFCC-0B43-9AAA-2BD90B91A167}">
      <dgm:prSet/>
      <dgm:spPr/>
      <dgm:t>
        <a:bodyPr/>
        <a:lstStyle/>
        <a:p>
          <a:endParaRPr lang="en-US"/>
        </a:p>
      </dgm:t>
    </dgm:pt>
    <dgm:pt modelId="{79B75A7A-E4A6-D84B-9386-8C5765080B60}" type="sibTrans" cxnId="{E8A04EEF-CFCC-0B43-9AAA-2BD90B91A167}">
      <dgm:prSet/>
      <dgm:spPr/>
      <dgm:t>
        <a:bodyPr/>
        <a:lstStyle/>
        <a:p>
          <a:endParaRPr lang="en-US"/>
        </a:p>
      </dgm:t>
    </dgm:pt>
    <dgm:pt modelId="{43115E09-2904-854B-A562-C1CC2982AB1C}">
      <dgm:prSet phldrT="[Text]" custT="1"/>
      <dgm:spPr/>
      <dgm:t>
        <a:bodyPr/>
        <a:lstStyle/>
        <a:p>
          <a:pPr>
            <a:buNone/>
          </a:pPr>
          <a:r>
            <a:rPr lang="en-TH" sz="1800" b="0" i="0" u="none" dirty="0"/>
            <a:t>Verifies that an </a:t>
          </a:r>
          <a:r>
            <a:rPr lang="en-TH" sz="1800" b="1" i="0" u="none" dirty="0"/>
            <a:t>individual function</a:t>
          </a:r>
          <a:r>
            <a:rPr lang="en-TH" sz="1800" b="0" i="0" u="none" dirty="0"/>
            <a:t> or component behaves correctly in isolation</a:t>
          </a:r>
          <a:endParaRPr lang="en-US" sz="1800" dirty="0"/>
        </a:p>
      </dgm:t>
    </dgm:pt>
    <dgm:pt modelId="{F11A1967-2E25-2F40-B634-08224C9065D8}" type="parTrans" cxnId="{411BAEB3-C719-5844-8AE1-56B516413A1E}">
      <dgm:prSet/>
      <dgm:spPr/>
      <dgm:t>
        <a:bodyPr/>
        <a:lstStyle/>
        <a:p>
          <a:endParaRPr lang="en-US"/>
        </a:p>
      </dgm:t>
    </dgm:pt>
    <dgm:pt modelId="{D94B440E-C20F-9944-97A6-AA339CF3953B}" type="sibTrans" cxnId="{411BAEB3-C719-5844-8AE1-56B516413A1E}">
      <dgm:prSet/>
      <dgm:spPr/>
      <dgm:t>
        <a:bodyPr/>
        <a:lstStyle/>
        <a:p>
          <a:endParaRPr lang="en-US"/>
        </a:p>
      </dgm:t>
    </dgm:pt>
    <dgm:pt modelId="{10FEC18E-A499-DE47-82FE-7EA6FE9B7ACE}">
      <dgm:prSet phldrT="[Text]" custT="1"/>
      <dgm:spPr/>
      <dgm:t>
        <a:bodyPr/>
        <a:lstStyle/>
        <a:p>
          <a:r>
            <a:rPr lang="en-US" sz="2400" dirty="0"/>
            <a:t>E2E Test</a:t>
          </a:r>
        </a:p>
      </dgm:t>
    </dgm:pt>
    <dgm:pt modelId="{18DCAD5B-00ED-0B46-85C9-B68461F76426}" type="parTrans" cxnId="{5F998C33-C479-1D4C-8771-969D0C47F369}">
      <dgm:prSet/>
      <dgm:spPr/>
      <dgm:t>
        <a:bodyPr/>
        <a:lstStyle/>
        <a:p>
          <a:endParaRPr lang="en-US"/>
        </a:p>
      </dgm:t>
    </dgm:pt>
    <dgm:pt modelId="{A3E6448E-151F-E141-80C7-DA168AE69653}" type="sibTrans" cxnId="{5F998C33-C479-1D4C-8771-969D0C47F369}">
      <dgm:prSet/>
      <dgm:spPr/>
      <dgm:t>
        <a:bodyPr/>
        <a:lstStyle/>
        <a:p>
          <a:endParaRPr lang="en-US"/>
        </a:p>
      </dgm:t>
    </dgm:pt>
    <dgm:pt modelId="{E2F70F55-548A-A84A-9AE7-ADCF820C7681}">
      <dgm:prSet phldrT="[Text]" custT="1"/>
      <dgm:spPr/>
      <dgm:t>
        <a:bodyPr/>
        <a:lstStyle/>
        <a:p>
          <a:pPr>
            <a:buNone/>
          </a:pPr>
          <a:r>
            <a:rPr lang="en-TH" sz="1800" b="0" i="0" u="none" dirty="0"/>
            <a:t>Verifies that the complete system works correctly by testing the </a:t>
          </a:r>
          <a:r>
            <a:rPr lang="en-TH" sz="1800" b="1" i="0" u="none" dirty="0"/>
            <a:t>entire user workflow </a:t>
          </a:r>
          <a:r>
            <a:rPr lang="en-TH" sz="1800" b="0" i="0" u="none" dirty="0"/>
            <a:t>from start to finish</a:t>
          </a:r>
          <a:endParaRPr lang="en-US" sz="1800" dirty="0"/>
        </a:p>
      </dgm:t>
    </dgm:pt>
    <dgm:pt modelId="{06655938-B5B8-6B48-8242-52DAAC2F7ACC}" type="parTrans" cxnId="{28DBF00F-DF8A-5741-AC19-75078CC36957}">
      <dgm:prSet/>
      <dgm:spPr/>
      <dgm:t>
        <a:bodyPr/>
        <a:lstStyle/>
        <a:p>
          <a:endParaRPr lang="en-US"/>
        </a:p>
      </dgm:t>
    </dgm:pt>
    <dgm:pt modelId="{8BA7F561-7222-0F48-921F-73CE2597E4CD}" type="sibTrans" cxnId="{28DBF00F-DF8A-5741-AC19-75078CC36957}">
      <dgm:prSet/>
      <dgm:spPr/>
      <dgm:t>
        <a:bodyPr/>
        <a:lstStyle/>
        <a:p>
          <a:endParaRPr lang="en-US"/>
        </a:p>
      </dgm:t>
    </dgm:pt>
    <dgm:pt modelId="{DFEDCDBE-A354-3B40-8E0E-39D16E0DA81C}">
      <dgm:prSet phldrT="[Text]" custT="1"/>
      <dgm:spPr/>
      <dgm:t>
        <a:bodyPr/>
        <a:lstStyle/>
        <a:p>
          <a:r>
            <a:rPr lang="en-US" sz="2400" dirty="0"/>
            <a:t>Performance Test</a:t>
          </a:r>
        </a:p>
      </dgm:t>
    </dgm:pt>
    <dgm:pt modelId="{2BA4729F-92C1-6C4C-A3D8-7372E0087475}" type="parTrans" cxnId="{8514B512-0D9A-A643-AD1B-7A068CF15181}">
      <dgm:prSet/>
      <dgm:spPr/>
      <dgm:t>
        <a:bodyPr/>
        <a:lstStyle/>
        <a:p>
          <a:endParaRPr lang="en-US"/>
        </a:p>
      </dgm:t>
    </dgm:pt>
    <dgm:pt modelId="{61FE0957-8690-5F4C-8A07-8156C6A4F81A}" type="sibTrans" cxnId="{8514B512-0D9A-A643-AD1B-7A068CF15181}">
      <dgm:prSet/>
      <dgm:spPr/>
      <dgm:t>
        <a:bodyPr/>
        <a:lstStyle/>
        <a:p>
          <a:endParaRPr lang="en-US"/>
        </a:p>
      </dgm:t>
    </dgm:pt>
    <dgm:pt modelId="{48E836BD-BE08-7443-980E-3B0D6B7253E5}">
      <dgm:prSet phldrT="[Text]" custT="1"/>
      <dgm:spPr/>
      <dgm:t>
        <a:bodyPr/>
        <a:lstStyle/>
        <a:p>
          <a:pPr>
            <a:buNone/>
          </a:pPr>
          <a:r>
            <a:rPr lang="en-TH" sz="1800" b="0" i="0" u="none" dirty="0"/>
            <a:t>Evaluates execution </a:t>
          </a:r>
          <a:r>
            <a:rPr lang="en-TH" sz="1800" b="1" i="0" u="none" dirty="0"/>
            <a:t>time and memory</a:t>
          </a:r>
          <a:r>
            <a:rPr lang="en-TH" sz="1800" b="0" i="0" u="none" dirty="0"/>
            <a:t> usage under large data loads or heavy workloads</a:t>
          </a:r>
          <a:endParaRPr lang="en-US" sz="1800" dirty="0"/>
        </a:p>
      </dgm:t>
    </dgm:pt>
    <dgm:pt modelId="{F47974C7-8F54-4A4C-9062-3C9DBA5BB8BF}" type="parTrans" cxnId="{329A76FE-90EF-8C4B-A41B-9F55138D6A4B}">
      <dgm:prSet/>
      <dgm:spPr/>
      <dgm:t>
        <a:bodyPr/>
        <a:lstStyle/>
        <a:p>
          <a:endParaRPr lang="en-US"/>
        </a:p>
      </dgm:t>
    </dgm:pt>
    <dgm:pt modelId="{BFC968B6-46A8-D645-AF99-236E6EA5BDA5}" type="sibTrans" cxnId="{329A76FE-90EF-8C4B-A41B-9F55138D6A4B}">
      <dgm:prSet/>
      <dgm:spPr/>
      <dgm:t>
        <a:bodyPr/>
        <a:lstStyle/>
        <a:p>
          <a:endParaRPr lang="en-US"/>
        </a:p>
      </dgm:t>
    </dgm:pt>
    <dgm:pt modelId="{0429B92A-3AC8-0746-A5DB-5DF2788AE7DC}" type="pres">
      <dgm:prSet presAssocID="{F43585D0-4F62-5D47-88C3-B1392933388C}" presName="Name0" presStyleCnt="0">
        <dgm:presLayoutVars>
          <dgm:dir/>
          <dgm:resizeHandles val="exact"/>
        </dgm:presLayoutVars>
      </dgm:prSet>
      <dgm:spPr/>
    </dgm:pt>
    <dgm:pt modelId="{60B018BE-53CA-404D-9417-22596CB23345}" type="pres">
      <dgm:prSet presAssocID="{F43585D0-4F62-5D47-88C3-B1392933388C}" presName="bkgdShp" presStyleLbl="alignAccFollowNode1" presStyleIdx="0" presStyleCnt="1"/>
      <dgm:spPr/>
    </dgm:pt>
    <dgm:pt modelId="{7F3263C2-0C24-F544-A867-10A286612CA8}" type="pres">
      <dgm:prSet presAssocID="{F43585D0-4F62-5D47-88C3-B1392933388C}" presName="linComp" presStyleCnt="0"/>
      <dgm:spPr/>
    </dgm:pt>
    <dgm:pt modelId="{0AF6EB21-7944-6442-B53F-FACEC2D53B39}" type="pres">
      <dgm:prSet presAssocID="{F90DF42E-6420-D744-BABE-C79234DD4B9A}" presName="compNode" presStyleCnt="0"/>
      <dgm:spPr/>
    </dgm:pt>
    <dgm:pt modelId="{D12B4E28-4968-CB4E-8D5B-703953075AD3}" type="pres">
      <dgm:prSet presAssocID="{F90DF42E-6420-D744-BABE-C79234DD4B9A}" presName="node" presStyleLbl="node1" presStyleIdx="0" presStyleCnt="3">
        <dgm:presLayoutVars>
          <dgm:bulletEnabled val="1"/>
        </dgm:presLayoutVars>
      </dgm:prSet>
      <dgm:spPr/>
    </dgm:pt>
    <dgm:pt modelId="{B87FF617-B38A-7F4E-A5E6-147E9B4AA879}" type="pres">
      <dgm:prSet presAssocID="{F90DF42E-6420-D744-BABE-C79234DD4B9A}" presName="invisiNode" presStyleLbl="node1" presStyleIdx="0" presStyleCnt="3"/>
      <dgm:spPr/>
    </dgm:pt>
    <dgm:pt modelId="{F47C08E4-F023-9E4F-BAAF-0E61E49CC199}" type="pres">
      <dgm:prSet presAssocID="{F90DF42E-6420-D744-BABE-C79234DD4B9A}" presName="imagNode" presStyleLbl="fgImgPlac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t="-55000" b="-55000"/>
          </a:stretch>
        </a:blipFill>
      </dgm:spPr>
      <dgm:extLst>
        <a:ext uri="{E40237B7-FDA0-4F09-8148-C483321AD2D9}">
          <dgm14:cNvPr xmlns:dgm14="http://schemas.microsoft.com/office/drawing/2010/diagram" id="0" name="" descr="Checklist with solid fill"/>
        </a:ext>
      </dgm:extLst>
    </dgm:pt>
    <dgm:pt modelId="{56747E43-23AA-0F46-B2DD-88E86AD62778}" type="pres">
      <dgm:prSet presAssocID="{79B75A7A-E4A6-D84B-9386-8C5765080B60}" presName="sibTrans" presStyleLbl="sibTrans2D1" presStyleIdx="0" presStyleCnt="0"/>
      <dgm:spPr/>
    </dgm:pt>
    <dgm:pt modelId="{0ECB3C06-18AC-FB4E-9574-18474A0362B7}" type="pres">
      <dgm:prSet presAssocID="{10FEC18E-A499-DE47-82FE-7EA6FE9B7ACE}" presName="compNode" presStyleCnt="0"/>
      <dgm:spPr/>
    </dgm:pt>
    <dgm:pt modelId="{419762E2-BEDF-A148-B62E-1FC4D5E7F467}" type="pres">
      <dgm:prSet presAssocID="{10FEC18E-A499-DE47-82FE-7EA6FE9B7ACE}" presName="node" presStyleLbl="node1" presStyleIdx="1" presStyleCnt="3">
        <dgm:presLayoutVars>
          <dgm:bulletEnabled val="1"/>
        </dgm:presLayoutVars>
      </dgm:prSet>
      <dgm:spPr/>
    </dgm:pt>
    <dgm:pt modelId="{9609C69A-2DDB-5143-8A10-B87FFA357A47}" type="pres">
      <dgm:prSet presAssocID="{10FEC18E-A499-DE47-82FE-7EA6FE9B7ACE}" presName="invisiNode" presStyleLbl="node1" presStyleIdx="1" presStyleCnt="3"/>
      <dgm:spPr/>
    </dgm:pt>
    <dgm:pt modelId="{57DFCF9D-CB21-BF46-86B9-83C45D7570A4}" type="pres">
      <dgm:prSet presAssocID="{10FEC18E-A499-DE47-82FE-7EA6FE9B7ACE}" presName="imagNode" presStyleLbl="fgImgPlac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t="-55000" b="-55000"/>
          </a:stretch>
        </a:blipFill>
      </dgm:spPr>
      <dgm:extLst>
        <a:ext uri="{E40237B7-FDA0-4F09-8148-C483321AD2D9}">
          <dgm14:cNvPr xmlns:dgm14="http://schemas.microsoft.com/office/drawing/2010/diagram" id="0" name="" descr="Chevron arrows with solid fill"/>
        </a:ext>
      </dgm:extLst>
    </dgm:pt>
    <dgm:pt modelId="{27E85DA6-1CD3-A54E-9693-8E236449FA95}" type="pres">
      <dgm:prSet presAssocID="{A3E6448E-151F-E141-80C7-DA168AE69653}" presName="sibTrans" presStyleLbl="sibTrans2D1" presStyleIdx="0" presStyleCnt="0"/>
      <dgm:spPr/>
    </dgm:pt>
    <dgm:pt modelId="{36336346-F075-EC43-8410-1A9104461AFD}" type="pres">
      <dgm:prSet presAssocID="{DFEDCDBE-A354-3B40-8E0E-39D16E0DA81C}" presName="compNode" presStyleCnt="0"/>
      <dgm:spPr/>
    </dgm:pt>
    <dgm:pt modelId="{BCC28D3B-E315-974B-AE19-8BD2C49B58F7}" type="pres">
      <dgm:prSet presAssocID="{DFEDCDBE-A354-3B40-8E0E-39D16E0DA81C}" presName="node" presStyleLbl="node1" presStyleIdx="2" presStyleCnt="3">
        <dgm:presLayoutVars>
          <dgm:bulletEnabled val="1"/>
        </dgm:presLayoutVars>
      </dgm:prSet>
      <dgm:spPr/>
    </dgm:pt>
    <dgm:pt modelId="{E589D7D9-74D9-244F-A949-A54899D05ED8}" type="pres">
      <dgm:prSet presAssocID="{DFEDCDBE-A354-3B40-8E0E-39D16E0DA81C}" presName="invisiNode" presStyleLbl="node1" presStyleIdx="2" presStyleCnt="3"/>
      <dgm:spPr/>
    </dgm:pt>
    <dgm:pt modelId="{BF0E0FDA-DD90-9B44-B003-6091B262A78D}" type="pres">
      <dgm:prSet presAssocID="{DFEDCDBE-A354-3B40-8E0E-39D16E0DA81C}" presName="imagNode" presStyleLbl="fgImgPlac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t="-55000" b="-55000"/>
          </a:stretch>
        </a:blipFill>
      </dgm:spPr>
      <dgm:extLst>
        <a:ext uri="{E40237B7-FDA0-4F09-8148-C483321AD2D9}">
          <dgm14:cNvPr xmlns:dgm14="http://schemas.microsoft.com/office/drawing/2010/diagram" id="0" name="" descr="Gauge with solid fill"/>
        </a:ext>
      </dgm:extLst>
    </dgm:pt>
  </dgm:ptLst>
  <dgm:cxnLst>
    <dgm:cxn modelId="{63DB8706-E9B3-BD41-96EC-13DCBEF45EC7}" type="presOf" srcId="{48E836BD-BE08-7443-980E-3B0D6B7253E5}" destId="{BCC28D3B-E315-974B-AE19-8BD2C49B58F7}" srcOrd="0" destOrd="1" presId="urn:microsoft.com/office/officeart/2005/8/layout/pList2"/>
    <dgm:cxn modelId="{28DBF00F-DF8A-5741-AC19-75078CC36957}" srcId="{10FEC18E-A499-DE47-82FE-7EA6FE9B7ACE}" destId="{E2F70F55-548A-A84A-9AE7-ADCF820C7681}" srcOrd="0" destOrd="0" parTransId="{06655938-B5B8-6B48-8242-52DAAC2F7ACC}" sibTransId="{8BA7F561-7222-0F48-921F-73CE2597E4CD}"/>
    <dgm:cxn modelId="{8514B512-0D9A-A643-AD1B-7A068CF15181}" srcId="{F43585D0-4F62-5D47-88C3-B1392933388C}" destId="{DFEDCDBE-A354-3B40-8E0E-39D16E0DA81C}" srcOrd="2" destOrd="0" parTransId="{2BA4729F-92C1-6C4C-A3D8-7372E0087475}" sibTransId="{61FE0957-8690-5F4C-8A07-8156C6A4F81A}"/>
    <dgm:cxn modelId="{8BF6182C-EBA5-E84E-874C-EDE93F370C0F}" type="presOf" srcId="{A3E6448E-151F-E141-80C7-DA168AE69653}" destId="{27E85DA6-1CD3-A54E-9693-8E236449FA95}" srcOrd="0" destOrd="0" presId="urn:microsoft.com/office/officeart/2005/8/layout/pList2"/>
    <dgm:cxn modelId="{5F998C33-C479-1D4C-8771-969D0C47F369}" srcId="{F43585D0-4F62-5D47-88C3-B1392933388C}" destId="{10FEC18E-A499-DE47-82FE-7EA6FE9B7ACE}" srcOrd="1" destOrd="0" parTransId="{18DCAD5B-00ED-0B46-85C9-B68461F76426}" sibTransId="{A3E6448E-151F-E141-80C7-DA168AE69653}"/>
    <dgm:cxn modelId="{86073E76-537A-5241-851B-7276C003242A}" type="presOf" srcId="{F90DF42E-6420-D744-BABE-C79234DD4B9A}" destId="{D12B4E28-4968-CB4E-8D5B-703953075AD3}" srcOrd="0" destOrd="0" presId="urn:microsoft.com/office/officeart/2005/8/layout/pList2"/>
    <dgm:cxn modelId="{24155B83-467E-2D4C-A85C-21862CC06C4B}" type="presOf" srcId="{10FEC18E-A499-DE47-82FE-7EA6FE9B7ACE}" destId="{419762E2-BEDF-A148-B62E-1FC4D5E7F467}" srcOrd="0" destOrd="0" presId="urn:microsoft.com/office/officeart/2005/8/layout/pList2"/>
    <dgm:cxn modelId="{6E6FD990-E3CB-4643-A38C-49604BC9AE9B}" type="presOf" srcId="{DFEDCDBE-A354-3B40-8E0E-39D16E0DA81C}" destId="{BCC28D3B-E315-974B-AE19-8BD2C49B58F7}" srcOrd="0" destOrd="0" presId="urn:microsoft.com/office/officeart/2005/8/layout/pList2"/>
    <dgm:cxn modelId="{7284F89F-1F9D-434C-B526-176C9919981D}" type="presOf" srcId="{E2F70F55-548A-A84A-9AE7-ADCF820C7681}" destId="{419762E2-BEDF-A148-B62E-1FC4D5E7F467}" srcOrd="0" destOrd="1" presId="urn:microsoft.com/office/officeart/2005/8/layout/pList2"/>
    <dgm:cxn modelId="{E12BD8A2-4E1F-EB4B-978E-18BCA58CB814}" type="presOf" srcId="{79B75A7A-E4A6-D84B-9386-8C5765080B60}" destId="{56747E43-23AA-0F46-B2DD-88E86AD62778}" srcOrd="0" destOrd="0" presId="urn:microsoft.com/office/officeart/2005/8/layout/pList2"/>
    <dgm:cxn modelId="{411BAEB3-C719-5844-8AE1-56B516413A1E}" srcId="{F90DF42E-6420-D744-BABE-C79234DD4B9A}" destId="{43115E09-2904-854B-A562-C1CC2982AB1C}" srcOrd="0" destOrd="0" parTransId="{F11A1967-2E25-2F40-B634-08224C9065D8}" sibTransId="{D94B440E-C20F-9944-97A6-AA339CF3953B}"/>
    <dgm:cxn modelId="{71C198D1-9BC4-264F-BE54-717BCD61E09C}" type="presOf" srcId="{F43585D0-4F62-5D47-88C3-B1392933388C}" destId="{0429B92A-3AC8-0746-A5DB-5DF2788AE7DC}" srcOrd="0" destOrd="0" presId="urn:microsoft.com/office/officeart/2005/8/layout/pList2"/>
    <dgm:cxn modelId="{E8A04EEF-CFCC-0B43-9AAA-2BD90B91A167}" srcId="{F43585D0-4F62-5D47-88C3-B1392933388C}" destId="{F90DF42E-6420-D744-BABE-C79234DD4B9A}" srcOrd="0" destOrd="0" parTransId="{0FC8084C-1B1E-F74B-A835-48222F9BBA75}" sibTransId="{79B75A7A-E4A6-D84B-9386-8C5765080B60}"/>
    <dgm:cxn modelId="{8E0314FD-9CC1-3D49-9F14-E09ECFCBDCE3}" type="presOf" srcId="{43115E09-2904-854B-A562-C1CC2982AB1C}" destId="{D12B4E28-4968-CB4E-8D5B-703953075AD3}" srcOrd="0" destOrd="1" presId="urn:microsoft.com/office/officeart/2005/8/layout/pList2"/>
    <dgm:cxn modelId="{329A76FE-90EF-8C4B-A41B-9F55138D6A4B}" srcId="{DFEDCDBE-A354-3B40-8E0E-39D16E0DA81C}" destId="{48E836BD-BE08-7443-980E-3B0D6B7253E5}" srcOrd="0" destOrd="0" parTransId="{F47974C7-8F54-4A4C-9062-3C9DBA5BB8BF}" sibTransId="{BFC968B6-46A8-D645-AF99-236E6EA5BDA5}"/>
    <dgm:cxn modelId="{F4914A51-423F-C342-96D1-E5B8045EB9A7}" type="presParOf" srcId="{0429B92A-3AC8-0746-A5DB-5DF2788AE7DC}" destId="{60B018BE-53CA-404D-9417-22596CB23345}" srcOrd="0" destOrd="0" presId="urn:microsoft.com/office/officeart/2005/8/layout/pList2"/>
    <dgm:cxn modelId="{E2063BD8-D52F-B847-ABCD-8ECC5C0FD8A6}" type="presParOf" srcId="{0429B92A-3AC8-0746-A5DB-5DF2788AE7DC}" destId="{7F3263C2-0C24-F544-A867-10A286612CA8}" srcOrd="1" destOrd="0" presId="urn:microsoft.com/office/officeart/2005/8/layout/pList2"/>
    <dgm:cxn modelId="{1B5D231D-DABD-D742-BB7D-556E96BB5ADE}" type="presParOf" srcId="{7F3263C2-0C24-F544-A867-10A286612CA8}" destId="{0AF6EB21-7944-6442-B53F-FACEC2D53B39}" srcOrd="0" destOrd="0" presId="urn:microsoft.com/office/officeart/2005/8/layout/pList2"/>
    <dgm:cxn modelId="{31D966EF-E34C-114C-9A7F-6CA65833239A}" type="presParOf" srcId="{0AF6EB21-7944-6442-B53F-FACEC2D53B39}" destId="{D12B4E28-4968-CB4E-8D5B-703953075AD3}" srcOrd="0" destOrd="0" presId="urn:microsoft.com/office/officeart/2005/8/layout/pList2"/>
    <dgm:cxn modelId="{A12A0412-6577-D341-B47A-92FDC0A24335}" type="presParOf" srcId="{0AF6EB21-7944-6442-B53F-FACEC2D53B39}" destId="{B87FF617-B38A-7F4E-A5E6-147E9B4AA879}" srcOrd="1" destOrd="0" presId="urn:microsoft.com/office/officeart/2005/8/layout/pList2"/>
    <dgm:cxn modelId="{E54DE4F5-B74E-8646-BD4F-077DE8685ED5}" type="presParOf" srcId="{0AF6EB21-7944-6442-B53F-FACEC2D53B39}" destId="{F47C08E4-F023-9E4F-BAAF-0E61E49CC199}" srcOrd="2" destOrd="0" presId="urn:microsoft.com/office/officeart/2005/8/layout/pList2"/>
    <dgm:cxn modelId="{1EB21C2E-3905-D54E-A46A-B22D981E14A5}" type="presParOf" srcId="{7F3263C2-0C24-F544-A867-10A286612CA8}" destId="{56747E43-23AA-0F46-B2DD-88E86AD62778}" srcOrd="1" destOrd="0" presId="urn:microsoft.com/office/officeart/2005/8/layout/pList2"/>
    <dgm:cxn modelId="{A80FACC3-17CE-FE45-B520-AC18637FDB7C}" type="presParOf" srcId="{7F3263C2-0C24-F544-A867-10A286612CA8}" destId="{0ECB3C06-18AC-FB4E-9574-18474A0362B7}" srcOrd="2" destOrd="0" presId="urn:microsoft.com/office/officeart/2005/8/layout/pList2"/>
    <dgm:cxn modelId="{A32F10C9-6936-EE46-BD52-2B658FC5F36D}" type="presParOf" srcId="{0ECB3C06-18AC-FB4E-9574-18474A0362B7}" destId="{419762E2-BEDF-A148-B62E-1FC4D5E7F467}" srcOrd="0" destOrd="0" presId="urn:microsoft.com/office/officeart/2005/8/layout/pList2"/>
    <dgm:cxn modelId="{8107E989-0696-5A4E-A85D-65A40EB49DDA}" type="presParOf" srcId="{0ECB3C06-18AC-FB4E-9574-18474A0362B7}" destId="{9609C69A-2DDB-5143-8A10-B87FFA357A47}" srcOrd="1" destOrd="0" presId="urn:microsoft.com/office/officeart/2005/8/layout/pList2"/>
    <dgm:cxn modelId="{E0FA0C13-B823-5C47-B510-6BBDAB28EAD0}" type="presParOf" srcId="{0ECB3C06-18AC-FB4E-9574-18474A0362B7}" destId="{57DFCF9D-CB21-BF46-86B9-83C45D7570A4}" srcOrd="2" destOrd="0" presId="urn:microsoft.com/office/officeart/2005/8/layout/pList2"/>
    <dgm:cxn modelId="{77F5C367-8594-224A-9D97-93EE278A7117}" type="presParOf" srcId="{7F3263C2-0C24-F544-A867-10A286612CA8}" destId="{27E85DA6-1CD3-A54E-9693-8E236449FA95}" srcOrd="3" destOrd="0" presId="urn:microsoft.com/office/officeart/2005/8/layout/pList2"/>
    <dgm:cxn modelId="{EA4452DA-AD39-D24B-9358-03EF9035754D}" type="presParOf" srcId="{7F3263C2-0C24-F544-A867-10A286612CA8}" destId="{36336346-F075-EC43-8410-1A9104461AFD}" srcOrd="4" destOrd="0" presId="urn:microsoft.com/office/officeart/2005/8/layout/pList2"/>
    <dgm:cxn modelId="{6DDB3E87-9945-994D-AD21-7609AA1C2F3E}" type="presParOf" srcId="{36336346-F075-EC43-8410-1A9104461AFD}" destId="{BCC28D3B-E315-974B-AE19-8BD2C49B58F7}" srcOrd="0" destOrd="0" presId="urn:microsoft.com/office/officeart/2005/8/layout/pList2"/>
    <dgm:cxn modelId="{A1003853-69D1-FA45-906A-69491E1EB083}" type="presParOf" srcId="{36336346-F075-EC43-8410-1A9104461AFD}" destId="{E589D7D9-74D9-244F-A949-A54899D05ED8}" srcOrd="1" destOrd="0" presId="urn:microsoft.com/office/officeart/2005/8/layout/pList2"/>
    <dgm:cxn modelId="{61B96B8C-0C1A-024A-AC61-AF32842C7E74}" type="presParOf" srcId="{36336346-F075-EC43-8410-1A9104461AFD}" destId="{BF0E0FDA-DD90-9B44-B003-6091B262A78D}"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3585D0-4F62-5D47-88C3-B1392933388C}" type="doc">
      <dgm:prSet loTypeId="urn:microsoft.com/office/officeart/2005/8/layout/pList2" loCatId="" qsTypeId="urn:microsoft.com/office/officeart/2005/8/quickstyle/simple1" qsCatId="simple" csTypeId="urn:microsoft.com/office/officeart/2005/8/colors/colorful5" csCatId="colorful" phldr="1"/>
      <dgm:spPr/>
      <dgm:t>
        <a:bodyPr/>
        <a:lstStyle/>
        <a:p>
          <a:endParaRPr lang="en-US"/>
        </a:p>
      </dgm:t>
    </dgm:pt>
    <dgm:pt modelId="{F90DF42E-6420-D744-BABE-C79234DD4B9A}">
      <dgm:prSet phldrT="[Text]" custT="1"/>
      <dgm:spPr/>
      <dgm:t>
        <a:bodyPr/>
        <a:lstStyle/>
        <a:p>
          <a:r>
            <a:rPr lang="en-US" sz="1200" dirty="0"/>
            <a:t>Unit Test</a:t>
          </a:r>
        </a:p>
      </dgm:t>
    </dgm:pt>
    <dgm:pt modelId="{0FC8084C-1B1E-F74B-A835-48222F9BBA75}" type="parTrans" cxnId="{E8A04EEF-CFCC-0B43-9AAA-2BD90B91A167}">
      <dgm:prSet/>
      <dgm:spPr/>
      <dgm:t>
        <a:bodyPr/>
        <a:lstStyle/>
        <a:p>
          <a:endParaRPr lang="en-US" sz="1050"/>
        </a:p>
      </dgm:t>
    </dgm:pt>
    <dgm:pt modelId="{79B75A7A-E4A6-D84B-9386-8C5765080B60}" type="sibTrans" cxnId="{E8A04EEF-CFCC-0B43-9AAA-2BD90B91A167}">
      <dgm:prSet/>
      <dgm:spPr/>
      <dgm:t>
        <a:bodyPr/>
        <a:lstStyle/>
        <a:p>
          <a:endParaRPr lang="en-US" sz="1050"/>
        </a:p>
      </dgm:t>
    </dgm:pt>
    <dgm:pt modelId="{10FEC18E-A499-DE47-82FE-7EA6FE9B7ACE}">
      <dgm:prSet phldrT="[Text]" custT="1"/>
      <dgm:spPr/>
      <dgm:t>
        <a:bodyPr/>
        <a:lstStyle/>
        <a:p>
          <a:r>
            <a:rPr lang="en-US" sz="1200" dirty="0"/>
            <a:t>E2E Test</a:t>
          </a:r>
        </a:p>
      </dgm:t>
    </dgm:pt>
    <dgm:pt modelId="{18DCAD5B-00ED-0B46-85C9-B68461F76426}" type="parTrans" cxnId="{5F998C33-C479-1D4C-8771-969D0C47F369}">
      <dgm:prSet/>
      <dgm:spPr/>
      <dgm:t>
        <a:bodyPr/>
        <a:lstStyle/>
        <a:p>
          <a:endParaRPr lang="en-US" sz="1050"/>
        </a:p>
      </dgm:t>
    </dgm:pt>
    <dgm:pt modelId="{A3E6448E-151F-E141-80C7-DA168AE69653}" type="sibTrans" cxnId="{5F998C33-C479-1D4C-8771-969D0C47F369}">
      <dgm:prSet/>
      <dgm:spPr/>
      <dgm:t>
        <a:bodyPr/>
        <a:lstStyle/>
        <a:p>
          <a:endParaRPr lang="en-US" sz="1050"/>
        </a:p>
      </dgm:t>
    </dgm:pt>
    <dgm:pt modelId="{DFEDCDBE-A354-3B40-8E0E-39D16E0DA81C}">
      <dgm:prSet phldrT="[Text]" custT="1"/>
      <dgm:spPr/>
      <dgm:t>
        <a:bodyPr/>
        <a:lstStyle/>
        <a:p>
          <a:r>
            <a:rPr lang="en-US" sz="1200" dirty="0"/>
            <a:t>Performance Test</a:t>
          </a:r>
        </a:p>
      </dgm:t>
    </dgm:pt>
    <dgm:pt modelId="{2BA4729F-92C1-6C4C-A3D8-7372E0087475}" type="parTrans" cxnId="{8514B512-0D9A-A643-AD1B-7A068CF15181}">
      <dgm:prSet/>
      <dgm:spPr/>
      <dgm:t>
        <a:bodyPr/>
        <a:lstStyle/>
        <a:p>
          <a:endParaRPr lang="en-US" sz="1050"/>
        </a:p>
      </dgm:t>
    </dgm:pt>
    <dgm:pt modelId="{61FE0957-8690-5F4C-8A07-8156C6A4F81A}" type="sibTrans" cxnId="{8514B512-0D9A-A643-AD1B-7A068CF15181}">
      <dgm:prSet/>
      <dgm:spPr/>
      <dgm:t>
        <a:bodyPr/>
        <a:lstStyle/>
        <a:p>
          <a:endParaRPr lang="en-US" sz="1050"/>
        </a:p>
      </dgm:t>
    </dgm:pt>
    <dgm:pt modelId="{0429B92A-3AC8-0746-A5DB-5DF2788AE7DC}" type="pres">
      <dgm:prSet presAssocID="{F43585D0-4F62-5D47-88C3-B1392933388C}" presName="Name0" presStyleCnt="0">
        <dgm:presLayoutVars>
          <dgm:dir/>
          <dgm:resizeHandles val="exact"/>
        </dgm:presLayoutVars>
      </dgm:prSet>
      <dgm:spPr/>
    </dgm:pt>
    <dgm:pt modelId="{60B018BE-53CA-404D-9417-22596CB23345}" type="pres">
      <dgm:prSet presAssocID="{F43585D0-4F62-5D47-88C3-B1392933388C}" presName="bkgdShp" presStyleLbl="alignAccFollowNode1" presStyleIdx="0" presStyleCnt="1" custLinFactNeighborX="551"/>
      <dgm:spPr/>
    </dgm:pt>
    <dgm:pt modelId="{7F3263C2-0C24-F544-A867-10A286612CA8}" type="pres">
      <dgm:prSet presAssocID="{F43585D0-4F62-5D47-88C3-B1392933388C}" presName="linComp" presStyleCnt="0"/>
      <dgm:spPr/>
    </dgm:pt>
    <dgm:pt modelId="{0AF6EB21-7944-6442-B53F-FACEC2D53B39}" type="pres">
      <dgm:prSet presAssocID="{F90DF42E-6420-D744-BABE-C79234DD4B9A}" presName="compNode" presStyleCnt="0"/>
      <dgm:spPr/>
    </dgm:pt>
    <dgm:pt modelId="{D12B4E28-4968-CB4E-8D5B-703953075AD3}" type="pres">
      <dgm:prSet presAssocID="{F90DF42E-6420-D744-BABE-C79234DD4B9A}" presName="node" presStyleLbl="node1" presStyleIdx="0" presStyleCnt="3">
        <dgm:presLayoutVars>
          <dgm:bulletEnabled val="1"/>
        </dgm:presLayoutVars>
      </dgm:prSet>
      <dgm:spPr/>
    </dgm:pt>
    <dgm:pt modelId="{B87FF617-B38A-7F4E-A5E6-147E9B4AA879}" type="pres">
      <dgm:prSet presAssocID="{F90DF42E-6420-D744-BABE-C79234DD4B9A}" presName="invisiNode" presStyleLbl="node1" presStyleIdx="0" presStyleCnt="3"/>
      <dgm:spPr/>
    </dgm:pt>
    <dgm:pt modelId="{F47C08E4-F023-9E4F-BAAF-0E61E49CC199}" type="pres">
      <dgm:prSet presAssocID="{F90DF42E-6420-D744-BABE-C79234DD4B9A}" presName="imagNode" presStyleLbl="fgImgPlac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t="-55000" b="-55000"/>
          </a:stretch>
        </a:blipFill>
      </dgm:spPr>
      <dgm:extLst>
        <a:ext uri="{E40237B7-FDA0-4F09-8148-C483321AD2D9}">
          <dgm14:cNvPr xmlns:dgm14="http://schemas.microsoft.com/office/drawing/2010/diagram" id="0" name="" descr="Checklist with solid fill"/>
        </a:ext>
      </dgm:extLst>
    </dgm:pt>
    <dgm:pt modelId="{56747E43-23AA-0F46-B2DD-88E86AD62778}" type="pres">
      <dgm:prSet presAssocID="{79B75A7A-E4A6-D84B-9386-8C5765080B60}" presName="sibTrans" presStyleLbl="sibTrans2D1" presStyleIdx="0" presStyleCnt="0"/>
      <dgm:spPr/>
    </dgm:pt>
    <dgm:pt modelId="{0ECB3C06-18AC-FB4E-9574-18474A0362B7}" type="pres">
      <dgm:prSet presAssocID="{10FEC18E-A499-DE47-82FE-7EA6FE9B7ACE}" presName="compNode" presStyleCnt="0"/>
      <dgm:spPr/>
    </dgm:pt>
    <dgm:pt modelId="{419762E2-BEDF-A148-B62E-1FC4D5E7F467}" type="pres">
      <dgm:prSet presAssocID="{10FEC18E-A499-DE47-82FE-7EA6FE9B7ACE}" presName="node" presStyleLbl="node1" presStyleIdx="1" presStyleCnt="3">
        <dgm:presLayoutVars>
          <dgm:bulletEnabled val="1"/>
        </dgm:presLayoutVars>
      </dgm:prSet>
      <dgm:spPr/>
    </dgm:pt>
    <dgm:pt modelId="{9609C69A-2DDB-5143-8A10-B87FFA357A47}" type="pres">
      <dgm:prSet presAssocID="{10FEC18E-A499-DE47-82FE-7EA6FE9B7ACE}" presName="invisiNode" presStyleLbl="node1" presStyleIdx="1" presStyleCnt="3"/>
      <dgm:spPr/>
    </dgm:pt>
    <dgm:pt modelId="{57DFCF9D-CB21-BF46-86B9-83C45D7570A4}" type="pres">
      <dgm:prSet presAssocID="{10FEC18E-A499-DE47-82FE-7EA6FE9B7ACE}" presName="imagNode" presStyleLbl="fgImgPlac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t="-55000" b="-55000"/>
          </a:stretch>
        </a:blipFill>
      </dgm:spPr>
      <dgm:extLst>
        <a:ext uri="{E40237B7-FDA0-4F09-8148-C483321AD2D9}">
          <dgm14:cNvPr xmlns:dgm14="http://schemas.microsoft.com/office/drawing/2010/diagram" id="0" name="" descr="Chevron arrows with solid fill"/>
        </a:ext>
      </dgm:extLst>
    </dgm:pt>
    <dgm:pt modelId="{27E85DA6-1CD3-A54E-9693-8E236449FA95}" type="pres">
      <dgm:prSet presAssocID="{A3E6448E-151F-E141-80C7-DA168AE69653}" presName="sibTrans" presStyleLbl="sibTrans2D1" presStyleIdx="0" presStyleCnt="0"/>
      <dgm:spPr/>
    </dgm:pt>
    <dgm:pt modelId="{36336346-F075-EC43-8410-1A9104461AFD}" type="pres">
      <dgm:prSet presAssocID="{DFEDCDBE-A354-3B40-8E0E-39D16E0DA81C}" presName="compNode" presStyleCnt="0"/>
      <dgm:spPr/>
    </dgm:pt>
    <dgm:pt modelId="{BCC28D3B-E315-974B-AE19-8BD2C49B58F7}" type="pres">
      <dgm:prSet presAssocID="{DFEDCDBE-A354-3B40-8E0E-39D16E0DA81C}" presName="node" presStyleLbl="node1" presStyleIdx="2" presStyleCnt="3">
        <dgm:presLayoutVars>
          <dgm:bulletEnabled val="1"/>
        </dgm:presLayoutVars>
      </dgm:prSet>
      <dgm:spPr/>
    </dgm:pt>
    <dgm:pt modelId="{E589D7D9-74D9-244F-A949-A54899D05ED8}" type="pres">
      <dgm:prSet presAssocID="{DFEDCDBE-A354-3B40-8E0E-39D16E0DA81C}" presName="invisiNode" presStyleLbl="node1" presStyleIdx="2" presStyleCnt="3"/>
      <dgm:spPr/>
    </dgm:pt>
    <dgm:pt modelId="{BF0E0FDA-DD90-9B44-B003-6091B262A78D}" type="pres">
      <dgm:prSet presAssocID="{DFEDCDBE-A354-3B40-8E0E-39D16E0DA81C}" presName="imagNode" presStyleLbl="fgImgPlac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t="-55000" b="-55000"/>
          </a:stretch>
        </a:blipFill>
      </dgm:spPr>
      <dgm:extLst>
        <a:ext uri="{E40237B7-FDA0-4F09-8148-C483321AD2D9}">
          <dgm14:cNvPr xmlns:dgm14="http://schemas.microsoft.com/office/drawing/2010/diagram" id="0" name="" descr="Gauge with solid fill"/>
        </a:ext>
      </dgm:extLst>
    </dgm:pt>
  </dgm:ptLst>
  <dgm:cxnLst>
    <dgm:cxn modelId="{8514B512-0D9A-A643-AD1B-7A068CF15181}" srcId="{F43585D0-4F62-5D47-88C3-B1392933388C}" destId="{DFEDCDBE-A354-3B40-8E0E-39D16E0DA81C}" srcOrd="2" destOrd="0" parTransId="{2BA4729F-92C1-6C4C-A3D8-7372E0087475}" sibTransId="{61FE0957-8690-5F4C-8A07-8156C6A4F81A}"/>
    <dgm:cxn modelId="{8BF6182C-EBA5-E84E-874C-EDE93F370C0F}" type="presOf" srcId="{A3E6448E-151F-E141-80C7-DA168AE69653}" destId="{27E85DA6-1CD3-A54E-9693-8E236449FA95}" srcOrd="0" destOrd="0" presId="urn:microsoft.com/office/officeart/2005/8/layout/pList2"/>
    <dgm:cxn modelId="{5F998C33-C479-1D4C-8771-969D0C47F369}" srcId="{F43585D0-4F62-5D47-88C3-B1392933388C}" destId="{10FEC18E-A499-DE47-82FE-7EA6FE9B7ACE}" srcOrd="1" destOrd="0" parTransId="{18DCAD5B-00ED-0B46-85C9-B68461F76426}" sibTransId="{A3E6448E-151F-E141-80C7-DA168AE69653}"/>
    <dgm:cxn modelId="{86073E76-537A-5241-851B-7276C003242A}" type="presOf" srcId="{F90DF42E-6420-D744-BABE-C79234DD4B9A}" destId="{D12B4E28-4968-CB4E-8D5B-703953075AD3}" srcOrd="0" destOrd="0" presId="urn:microsoft.com/office/officeart/2005/8/layout/pList2"/>
    <dgm:cxn modelId="{24155B83-467E-2D4C-A85C-21862CC06C4B}" type="presOf" srcId="{10FEC18E-A499-DE47-82FE-7EA6FE9B7ACE}" destId="{419762E2-BEDF-A148-B62E-1FC4D5E7F467}" srcOrd="0" destOrd="0" presId="urn:microsoft.com/office/officeart/2005/8/layout/pList2"/>
    <dgm:cxn modelId="{6E6FD990-E3CB-4643-A38C-49604BC9AE9B}" type="presOf" srcId="{DFEDCDBE-A354-3B40-8E0E-39D16E0DA81C}" destId="{BCC28D3B-E315-974B-AE19-8BD2C49B58F7}" srcOrd="0" destOrd="0" presId="urn:microsoft.com/office/officeart/2005/8/layout/pList2"/>
    <dgm:cxn modelId="{E12BD8A2-4E1F-EB4B-978E-18BCA58CB814}" type="presOf" srcId="{79B75A7A-E4A6-D84B-9386-8C5765080B60}" destId="{56747E43-23AA-0F46-B2DD-88E86AD62778}" srcOrd="0" destOrd="0" presId="urn:microsoft.com/office/officeart/2005/8/layout/pList2"/>
    <dgm:cxn modelId="{71C198D1-9BC4-264F-BE54-717BCD61E09C}" type="presOf" srcId="{F43585D0-4F62-5D47-88C3-B1392933388C}" destId="{0429B92A-3AC8-0746-A5DB-5DF2788AE7DC}" srcOrd="0" destOrd="0" presId="urn:microsoft.com/office/officeart/2005/8/layout/pList2"/>
    <dgm:cxn modelId="{E8A04EEF-CFCC-0B43-9AAA-2BD90B91A167}" srcId="{F43585D0-4F62-5D47-88C3-B1392933388C}" destId="{F90DF42E-6420-D744-BABE-C79234DD4B9A}" srcOrd="0" destOrd="0" parTransId="{0FC8084C-1B1E-F74B-A835-48222F9BBA75}" sibTransId="{79B75A7A-E4A6-D84B-9386-8C5765080B60}"/>
    <dgm:cxn modelId="{F4914A51-423F-C342-96D1-E5B8045EB9A7}" type="presParOf" srcId="{0429B92A-3AC8-0746-A5DB-5DF2788AE7DC}" destId="{60B018BE-53CA-404D-9417-22596CB23345}" srcOrd="0" destOrd="0" presId="urn:microsoft.com/office/officeart/2005/8/layout/pList2"/>
    <dgm:cxn modelId="{E2063BD8-D52F-B847-ABCD-8ECC5C0FD8A6}" type="presParOf" srcId="{0429B92A-3AC8-0746-A5DB-5DF2788AE7DC}" destId="{7F3263C2-0C24-F544-A867-10A286612CA8}" srcOrd="1" destOrd="0" presId="urn:microsoft.com/office/officeart/2005/8/layout/pList2"/>
    <dgm:cxn modelId="{1B5D231D-DABD-D742-BB7D-556E96BB5ADE}" type="presParOf" srcId="{7F3263C2-0C24-F544-A867-10A286612CA8}" destId="{0AF6EB21-7944-6442-B53F-FACEC2D53B39}" srcOrd="0" destOrd="0" presId="urn:microsoft.com/office/officeart/2005/8/layout/pList2"/>
    <dgm:cxn modelId="{31D966EF-E34C-114C-9A7F-6CA65833239A}" type="presParOf" srcId="{0AF6EB21-7944-6442-B53F-FACEC2D53B39}" destId="{D12B4E28-4968-CB4E-8D5B-703953075AD3}" srcOrd="0" destOrd="0" presId="urn:microsoft.com/office/officeart/2005/8/layout/pList2"/>
    <dgm:cxn modelId="{A12A0412-6577-D341-B47A-92FDC0A24335}" type="presParOf" srcId="{0AF6EB21-7944-6442-B53F-FACEC2D53B39}" destId="{B87FF617-B38A-7F4E-A5E6-147E9B4AA879}" srcOrd="1" destOrd="0" presId="urn:microsoft.com/office/officeart/2005/8/layout/pList2"/>
    <dgm:cxn modelId="{E54DE4F5-B74E-8646-BD4F-077DE8685ED5}" type="presParOf" srcId="{0AF6EB21-7944-6442-B53F-FACEC2D53B39}" destId="{F47C08E4-F023-9E4F-BAAF-0E61E49CC199}" srcOrd="2" destOrd="0" presId="urn:microsoft.com/office/officeart/2005/8/layout/pList2"/>
    <dgm:cxn modelId="{1EB21C2E-3905-D54E-A46A-B22D981E14A5}" type="presParOf" srcId="{7F3263C2-0C24-F544-A867-10A286612CA8}" destId="{56747E43-23AA-0F46-B2DD-88E86AD62778}" srcOrd="1" destOrd="0" presId="urn:microsoft.com/office/officeart/2005/8/layout/pList2"/>
    <dgm:cxn modelId="{A80FACC3-17CE-FE45-B520-AC18637FDB7C}" type="presParOf" srcId="{7F3263C2-0C24-F544-A867-10A286612CA8}" destId="{0ECB3C06-18AC-FB4E-9574-18474A0362B7}" srcOrd="2" destOrd="0" presId="urn:microsoft.com/office/officeart/2005/8/layout/pList2"/>
    <dgm:cxn modelId="{A32F10C9-6936-EE46-BD52-2B658FC5F36D}" type="presParOf" srcId="{0ECB3C06-18AC-FB4E-9574-18474A0362B7}" destId="{419762E2-BEDF-A148-B62E-1FC4D5E7F467}" srcOrd="0" destOrd="0" presId="urn:microsoft.com/office/officeart/2005/8/layout/pList2"/>
    <dgm:cxn modelId="{8107E989-0696-5A4E-A85D-65A40EB49DDA}" type="presParOf" srcId="{0ECB3C06-18AC-FB4E-9574-18474A0362B7}" destId="{9609C69A-2DDB-5143-8A10-B87FFA357A47}" srcOrd="1" destOrd="0" presId="urn:microsoft.com/office/officeart/2005/8/layout/pList2"/>
    <dgm:cxn modelId="{E0FA0C13-B823-5C47-B510-6BBDAB28EAD0}" type="presParOf" srcId="{0ECB3C06-18AC-FB4E-9574-18474A0362B7}" destId="{57DFCF9D-CB21-BF46-86B9-83C45D7570A4}" srcOrd="2" destOrd="0" presId="urn:microsoft.com/office/officeart/2005/8/layout/pList2"/>
    <dgm:cxn modelId="{77F5C367-8594-224A-9D97-93EE278A7117}" type="presParOf" srcId="{7F3263C2-0C24-F544-A867-10A286612CA8}" destId="{27E85DA6-1CD3-A54E-9693-8E236449FA95}" srcOrd="3" destOrd="0" presId="urn:microsoft.com/office/officeart/2005/8/layout/pList2"/>
    <dgm:cxn modelId="{EA4452DA-AD39-D24B-9358-03EF9035754D}" type="presParOf" srcId="{7F3263C2-0C24-F544-A867-10A286612CA8}" destId="{36336346-F075-EC43-8410-1A9104461AFD}" srcOrd="4" destOrd="0" presId="urn:microsoft.com/office/officeart/2005/8/layout/pList2"/>
    <dgm:cxn modelId="{6DDB3E87-9945-994D-AD21-7609AA1C2F3E}" type="presParOf" srcId="{36336346-F075-EC43-8410-1A9104461AFD}" destId="{BCC28D3B-E315-974B-AE19-8BD2C49B58F7}" srcOrd="0" destOrd="0" presId="urn:microsoft.com/office/officeart/2005/8/layout/pList2"/>
    <dgm:cxn modelId="{A1003853-69D1-FA45-906A-69491E1EB083}" type="presParOf" srcId="{36336346-F075-EC43-8410-1A9104461AFD}" destId="{E589D7D9-74D9-244F-A949-A54899D05ED8}" srcOrd="1" destOrd="0" presId="urn:microsoft.com/office/officeart/2005/8/layout/pList2"/>
    <dgm:cxn modelId="{61B96B8C-0C1A-024A-AC61-AF32842C7E74}" type="presParOf" srcId="{36336346-F075-EC43-8410-1A9104461AFD}" destId="{BF0E0FDA-DD90-9B44-B003-6091B262A78D}" srcOrd="2" destOrd="0" presId="urn:microsoft.com/office/officeart/2005/8/layout/p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DEE01A-9D33-8443-9A2E-8DA4957A3609}">
      <dsp:nvSpPr>
        <dsp:cNvPr id="0" name=""/>
        <dsp:cNvSpPr/>
      </dsp:nvSpPr>
      <dsp:spPr>
        <a:xfrm>
          <a:off x="4042" y="1506516"/>
          <a:ext cx="1838086" cy="1252799"/>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110490" numCol="1" spcCol="1270" anchor="t" anchorCtr="0">
          <a:noAutofit/>
        </a:bodyPr>
        <a:lstStyle/>
        <a:p>
          <a:pPr marL="0" lvl="0" indent="0" algn="l" defTabSz="1289050">
            <a:lnSpc>
              <a:spcPct val="90000"/>
            </a:lnSpc>
            <a:spcBef>
              <a:spcPct val="0"/>
            </a:spcBef>
            <a:spcAft>
              <a:spcPct val="35000"/>
            </a:spcAft>
            <a:buNone/>
          </a:pPr>
          <a:r>
            <a:rPr lang="en-US" sz="2900" kern="1200" dirty="0"/>
            <a:t>Input</a:t>
          </a:r>
        </a:p>
      </dsp:txBody>
      <dsp:txXfrm>
        <a:off x="4042" y="1506516"/>
        <a:ext cx="1838086" cy="735234"/>
      </dsp:txXfrm>
    </dsp:sp>
    <dsp:sp modelId="{67E45B59-7983-CB44-BD59-7E18570013CF}">
      <dsp:nvSpPr>
        <dsp:cNvPr id="0" name=""/>
        <dsp:cNvSpPr/>
      </dsp:nvSpPr>
      <dsp:spPr>
        <a:xfrm>
          <a:off x="380518" y="2241750"/>
          <a:ext cx="1838086" cy="1670400"/>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US" sz="1600" kern="1200" dirty="0" err="1"/>
            <a:t>WardID</a:t>
          </a:r>
          <a:endParaRPr lang="en-US" sz="1600" kern="1200" dirty="0"/>
        </a:p>
      </dsp:txBody>
      <dsp:txXfrm>
        <a:off x="429442" y="2290674"/>
        <a:ext cx="1740238" cy="1572552"/>
      </dsp:txXfrm>
    </dsp:sp>
    <dsp:sp modelId="{A8438793-7F5C-474E-AFCD-EA830D225D2F}">
      <dsp:nvSpPr>
        <dsp:cNvPr id="0" name=""/>
        <dsp:cNvSpPr/>
      </dsp:nvSpPr>
      <dsp:spPr>
        <a:xfrm>
          <a:off x="2120776" y="1645318"/>
          <a:ext cx="590732" cy="457630"/>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2120776" y="1736844"/>
        <a:ext cx="453443" cy="274578"/>
      </dsp:txXfrm>
    </dsp:sp>
    <dsp:sp modelId="{0F235C43-86A7-B749-9160-704ABC2E0F0C}">
      <dsp:nvSpPr>
        <dsp:cNvPr id="0" name=""/>
        <dsp:cNvSpPr/>
      </dsp:nvSpPr>
      <dsp:spPr>
        <a:xfrm>
          <a:off x="2956718" y="1506516"/>
          <a:ext cx="1838086" cy="1252799"/>
        </a:xfrm>
        <a:prstGeom prst="roundRect">
          <a:avLst>
            <a:gd name="adj" fmla="val 10000"/>
          </a:avLst>
        </a:prstGeom>
        <a:solidFill>
          <a:schemeClr val="accent4">
            <a:hueOff val="3299968"/>
            <a:satOff val="-14601"/>
            <a:lumOff val="-24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110490" numCol="1" spcCol="1270" anchor="t" anchorCtr="0">
          <a:noAutofit/>
        </a:bodyPr>
        <a:lstStyle/>
        <a:p>
          <a:pPr marL="0" lvl="0" indent="0" algn="l" defTabSz="1289050">
            <a:lnSpc>
              <a:spcPct val="90000"/>
            </a:lnSpc>
            <a:spcBef>
              <a:spcPct val="0"/>
            </a:spcBef>
            <a:spcAft>
              <a:spcPct val="35000"/>
            </a:spcAft>
            <a:buNone/>
          </a:pPr>
          <a:r>
            <a:rPr lang="en-US" sz="2900" kern="1200" dirty="0"/>
            <a:t>Process</a:t>
          </a:r>
        </a:p>
      </dsp:txBody>
      <dsp:txXfrm>
        <a:off x="2956718" y="1506516"/>
        <a:ext cx="1838086" cy="735234"/>
      </dsp:txXfrm>
    </dsp:sp>
    <dsp:sp modelId="{2F7AA09C-7578-4C41-BA08-34D7B3548614}">
      <dsp:nvSpPr>
        <dsp:cNvPr id="0" name=""/>
        <dsp:cNvSpPr/>
      </dsp:nvSpPr>
      <dsp:spPr>
        <a:xfrm>
          <a:off x="3333194" y="2241750"/>
          <a:ext cx="1838086" cy="1670400"/>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3299968"/>
              <a:satOff val="-14601"/>
              <a:lumOff val="-245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AutoNum type="arabicPeriod"/>
          </a:pPr>
          <a:r>
            <a:rPr lang="en-TH" sz="1600" kern="1200" dirty="0"/>
            <a:t>Open ward timetable</a:t>
          </a:r>
          <a:endParaRPr lang="en-US" sz="1600" kern="1200" dirty="0"/>
        </a:p>
        <a:p>
          <a:pPr marL="171450" lvl="1" indent="-171450" algn="l" defTabSz="711200">
            <a:lnSpc>
              <a:spcPct val="90000"/>
            </a:lnSpc>
            <a:spcBef>
              <a:spcPct val="0"/>
            </a:spcBef>
            <a:spcAft>
              <a:spcPct val="15000"/>
            </a:spcAft>
            <a:buFont typeface="+mj-lt"/>
            <a:buAutoNum type="arabicPeriod"/>
          </a:pPr>
          <a:r>
            <a:rPr lang="en-TH" sz="1600" kern="1200" dirty="0"/>
            <a:t>Find availabe slots </a:t>
          </a:r>
        </a:p>
        <a:p>
          <a:pPr marL="171450" lvl="1" indent="-171450" algn="l" defTabSz="711200">
            <a:lnSpc>
              <a:spcPct val="90000"/>
            </a:lnSpc>
            <a:spcBef>
              <a:spcPct val="0"/>
            </a:spcBef>
            <a:spcAft>
              <a:spcPct val="15000"/>
            </a:spcAft>
            <a:buFont typeface="+mj-lt"/>
            <a:buAutoNum type="arabicPeriod"/>
          </a:pPr>
          <a:r>
            <a:rPr lang="en-TH" sz="1600" kern="1200" dirty="0"/>
            <a:t>Stop if found</a:t>
          </a:r>
        </a:p>
      </dsp:txBody>
      <dsp:txXfrm>
        <a:off x="3382118" y="2290674"/>
        <a:ext cx="1740238" cy="1572552"/>
      </dsp:txXfrm>
    </dsp:sp>
    <dsp:sp modelId="{65D41D7C-CEAC-4846-BDFD-DB01AA745C6A}">
      <dsp:nvSpPr>
        <dsp:cNvPr id="0" name=""/>
        <dsp:cNvSpPr/>
      </dsp:nvSpPr>
      <dsp:spPr>
        <a:xfrm>
          <a:off x="5073452" y="1645318"/>
          <a:ext cx="590732" cy="457630"/>
        </a:xfrm>
        <a:prstGeom prst="rightArrow">
          <a:avLst>
            <a:gd name="adj1" fmla="val 60000"/>
            <a:gd name="adj2" fmla="val 50000"/>
          </a:avLst>
        </a:prstGeom>
        <a:solidFill>
          <a:schemeClr val="accent4">
            <a:hueOff val="6599937"/>
            <a:satOff val="-29202"/>
            <a:lumOff val="-490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5073452" y="1736844"/>
        <a:ext cx="453443" cy="274578"/>
      </dsp:txXfrm>
    </dsp:sp>
    <dsp:sp modelId="{0E00BAAE-81F6-0E4B-A21E-D94C5888DF3A}">
      <dsp:nvSpPr>
        <dsp:cNvPr id="0" name=""/>
        <dsp:cNvSpPr/>
      </dsp:nvSpPr>
      <dsp:spPr>
        <a:xfrm>
          <a:off x="5909394" y="1506516"/>
          <a:ext cx="1838086" cy="1252799"/>
        </a:xfrm>
        <a:prstGeom prst="roundRect">
          <a:avLst>
            <a:gd name="adj" fmla="val 10000"/>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110490" numCol="1" spcCol="1270" anchor="t" anchorCtr="0">
          <a:noAutofit/>
        </a:bodyPr>
        <a:lstStyle/>
        <a:p>
          <a:pPr marL="0" lvl="0" indent="0" algn="l" defTabSz="1289050">
            <a:lnSpc>
              <a:spcPct val="90000"/>
            </a:lnSpc>
            <a:spcBef>
              <a:spcPct val="0"/>
            </a:spcBef>
            <a:spcAft>
              <a:spcPct val="35000"/>
            </a:spcAft>
            <a:buNone/>
          </a:pPr>
          <a:r>
            <a:rPr lang="en-US" sz="2900" kern="1200" dirty="0"/>
            <a:t>Output</a:t>
          </a:r>
        </a:p>
      </dsp:txBody>
      <dsp:txXfrm>
        <a:off x="5909394" y="1506516"/>
        <a:ext cx="1838086" cy="735234"/>
      </dsp:txXfrm>
    </dsp:sp>
    <dsp:sp modelId="{B7C11653-E5C1-8246-8277-B4EFA615A7F5}">
      <dsp:nvSpPr>
        <dsp:cNvPr id="0" name=""/>
        <dsp:cNvSpPr/>
      </dsp:nvSpPr>
      <dsp:spPr>
        <a:xfrm>
          <a:off x="6285870" y="2241750"/>
          <a:ext cx="1838086" cy="1670400"/>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6599937"/>
              <a:satOff val="-29202"/>
              <a:lumOff val="-490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US" sz="1600" kern="1200" dirty="0"/>
            <a:t>Available datetime</a:t>
          </a:r>
        </a:p>
      </dsp:txBody>
      <dsp:txXfrm>
        <a:off x="6334794" y="2290674"/>
        <a:ext cx="1740238" cy="15725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B018BE-53CA-404D-9417-22596CB23345}">
      <dsp:nvSpPr>
        <dsp:cNvPr id="0" name=""/>
        <dsp:cNvSpPr/>
      </dsp:nvSpPr>
      <dsp:spPr>
        <a:xfrm>
          <a:off x="0" y="0"/>
          <a:ext cx="9310140" cy="1876709"/>
        </a:xfrm>
        <a:prstGeom prst="roundRect">
          <a:avLst>
            <a:gd name="adj" fmla="val 10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7C08E4-F023-9E4F-BAAF-0E61E49CC199}">
      <dsp:nvSpPr>
        <dsp:cNvPr id="0" name=""/>
        <dsp:cNvSpPr/>
      </dsp:nvSpPr>
      <dsp:spPr>
        <a:xfrm>
          <a:off x="279304" y="250227"/>
          <a:ext cx="2734853" cy="1376253"/>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55000" b="-5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12B4E28-4968-CB4E-8D5B-703953075AD3}">
      <dsp:nvSpPr>
        <dsp:cNvPr id="0" name=""/>
        <dsp:cNvSpPr/>
      </dsp:nvSpPr>
      <dsp:spPr>
        <a:xfrm rot="10800000">
          <a:off x="279304" y="1876709"/>
          <a:ext cx="2734853" cy="2293755"/>
        </a:xfrm>
        <a:prstGeom prst="round2SameRect">
          <a:avLst>
            <a:gd name="adj1" fmla="val 10500"/>
            <a:gd name="adj2" fmla="val 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l" defTabSz="1066800">
            <a:lnSpc>
              <a:spcPct val="90000"/>
            </a:lnSpc>
            <a:spcBef>
              <a:spcPct val="0"/>
            </a:spcBef>
            <a:spcAft>
              <a:spcPct val="35000"/>
            </a:spcAft>
            <a:buNone/>
          </a:pPr>
          <a:r>
            <a:rPr lang="en-US" sz="2400" kern="1200" dirty="0"/>
            <a:t>Unit Test</a:t>
          </a:r>
        </a:p>
        <a:p>
          <a:pPr marL="171450" lvl="1" indent="-171450" algn="l" defTabSz="800100">
            <a:lnSpc>
              <a:spcPct val="90000"/>
            </a:lnSpc>
            <a:spcBef>
              <a:spcPct val="0"/>
            </a:spcBef>
            <a:spcAft>
              <a:spcPct val="15000"/>
            </a:spcAft>
            <a:buNone/>
          </a:pPr>
          <a:r>
            <a:rPr lang="en-TH" sz="1800" b="0" i="0" u="none" kern="1200" dirty="0"/>
            <a:t>Verifies that an </a:t>
          </a:r>
          <a:r>
            <a:rPr lang="en-TH" sz="1800" b="1" i="0" u="none" kern="1200" dirty="0"/>
            <a:t>individual function</a:t>
          </a:r>
          <a:r>
            <a:rPr lang="en-TH" sz="1800" b="0" i="0" u="none" kern="1200" dirty="0"/>
            <a:t> or component behaves correctly in isolation</a:t>
          </a:r>
          <a:endParaRPr lang="en-US" sz="1800" kern="1200" dirty="0"/>
        </a:p>
      </dsp:txBody>
      <dsp:txXfrm rot="10800000">
        <a:off x="349845" y="1876709"/>
        <a:ext cx="2593771" cy="2223214"/>
      </dsp:txXfrm>
    </dsp:sp>
    <dsp:sp modelId="{57DFCF9D-CB21-BF46-86B9-83C45D7570A4}">
      <dsp:nvSpPr>
        <dsp:cNvPr id="0" name=""/>
        <dsp:cNvSpPr/>
      </dsp:nvSpPr>
      <dsp:spPr>
        <a:xfrm>
          <a:off x="3287643" y="250227"/>
          <a:ext cx="2734853" cy="1376253"/>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55000" b="-5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9762E2-BEDF-A148-B62E-1FC4D5E7F467}">
      <dsp:nvSpPr>
        <dsp:cNvPr id="0" name=""/>
        <dsp:cNvSpPr/>
      </dsp:nvSpPr>
      <dsp:spPr>
        <a:xfrm rot="10800000">
          <a:off x="3287643" y="1876709"/>
          <a:ext cx="2734853" cy="2293755"/>
        </a:xfrm>
        <a:prstGeom prst="round2SameRect">
          <a:avLst>
            <a:gd name="adj1" fmla="val 10500"/>
            <a:gd name="adj2" fmla="val 0"/>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l" defTabSz="1066800">
            <a:lnSpc>
              <a:spcPct val="90000"/>
            </a:lnSpc>
            <a:spcBef>
              <a:spcPct val="0"/>
            </a:spcBef>
            <a:spcAft>
              <a:spcPct val="35000"/>
            </a:spcAft>
            <a:buNone/>
          </a:pPr>
          <a:r>
            <a:rPr lang="en-US" sz="2400" kern="1200" dirty="0"/>
            <a:t>E2E Test</a:t>
          </a:r>
        </a:p>
        <a:p>
          <a:pPr marL="171450" lvl="1" indent="-171450" algn="l" defTabSz="800100">
            <a:lnSpc>
              <a:spcPct val="90000"/>
            </a:lnSpc>
            <a:spcBef>
              <a:spcPct val="0"/>
            </a:spcBef>
            <a:spcAft>
              <a:spcPct val="15000"/>
            </a:spcAft>
            <a:buNone/>
          </a:pPr>
          <a:r>
            <a:rPr lang="en-TH" sz="1800" b="0" i="0" u="none" kern="1200" dirty="0"/>
            <a:t>Verifies that the complete system works correctly by testing the </a:t>
          </a:r>
          <a:r>
            <a:rPr lang="en-TH" sz="1800" b="1" i="0" u="none" kern="1200" dirty="0"/>
            <a:t>entire user workflow </a:t>
          </a:r>
          <a:r>
            <a:rPr lang="en-TH" sz="1800" b="0" i="0" u="none" kern="1200" dirty="0"/>
            <a:t>from start to finish</a:t>
          </a:r>
          <a:endParaRPr lang="en-US" sz="1800" kern="1200" dirty="0"/>
        </a:p>
      </dsp:txBody>
      <dsp:txXfrm rot="10800000">
        <a:off x="3358184" y="1876709"/>
        <a:ext cx="2593771" cy="2223214"/>
      </dsp:txXfrm>
    </dsp:sp>
    <dsp:sp modelId="{BF0E0FDA-DD90-9B44-B003-6091B262A78D}">
      <dsp:nvSpPr>
        <dsp:cNvPr id="0" name=""/>
        <dsp:cNvSpPr/>
      </dsp:nvSpPr>
      <dsp:spPr>
        <a:xfrm>
          <a:off x="6295982" y="250227"/>
          <a:ext cx="2734853" cy="1376253"/>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55000" b="-5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CC28D3B-E315-974B-AE19-8BD2C49B58F7}">
      <dsp:nvSpPr>
        <dsp:cNvPr id="0" name=""/>
        <dsp:cNvSpPr/>
      </dsp:nvSpPr>
      <dsp:spPr>
        <a:xfrm rot="10800000">
          <a:off x="6295982" y="1876709"/>
          <a:ext cx="2734853" cy="2293755"/>
        </a:xfrm>
        <a:prstGeom prst="round2SameRect">
          <a:avLst>
            <a:gd name="adj1" fmla="val 10500"/>
            <a:gd name="adj2" fmla="val 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l" defTabSz="1066800">
            <a:lnSpc>
              <a:spcPct val="90000"/>
            </a:lnSpc>
            <a:spcBef>
              <a:spcPct val="0"/>
            </a:spcBef>
            <a:spcAft>
              <a:spcPct val="35000"/>
            </a:spcAft>
            <a:buNone/>
          </a:pPr>
          <a:r>
            <a:rPr lang="en-US" sz="2400" kern="1200" dirty="0"/>
            <a:t>Performance Test</a:t>
          </a:r>
        </a:p>
        <a:p>
          <a:pPr marL="171450" lvl="1" indent="-171450" algn="l" defTabSz="800100">
            <a:lnSpc>
              <a:spcPct val="90000"/>
            </a:lnSpc>
            <a:spcBef>
              <a:spcPct val="0"/>
            </a:spcBef>
            <a:spcAft>
              <a:spcPct val="15000"/>
            </a:spcAft>
            <a:buNone/>
          </a:pPr>
          <a:r>
            <a:rPr lang="en-TH" sz="1800" b="0" i="0" u="none" kern="1200" dirty="0"/>
            <a:t>Evaluates execution </a:t>
          </a:r>
          <a:r>
            <a:rPr lang="en-TH" sz="1800" b="1" i="0" u="none" kern="1200" dirty="0"/>
            <a:t>time and memory</a:t>
          </a:r>
          <a:r>
            <a:rPr lang="en-TH" sz="1800" b="0" i="0" u="none" kern="1200" dirty="0"/>
            <a:t> usage under large data loads or heavy workloads</a:t>
          </a:r>
          <a:endParaRPr lang="en-US" sz="1800" kern="1200" dirty="0"/>
        </a:p>
      </dsp:txBody>
      <dsp:txXfrm rot="10800000">
        <a:off x="6366523" y="1876709"/>
        <a:ext cx="2593771" cy="22232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B018BE-53CA-404D-9417-22596CB23345}">
      <dsp:nvSpPr>
        <dsp:cNvPr id="0" name=""/>
        <dsp:cNvSpPr/>
      </dsp:nvSpPr>
      <dsp:spPr>
        <a:xfrm>
          <a:off x="0" y="0"/>
          <a:ext cx="3651972" cy="513881"/>
        </a:xfrm>
        <a:prstGeom prst="roundRect">
          <a:avLst>
            <a:gd name="adj" fmla="val 10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7C08E4-F023-9E4F-BAAF-0E61E49CC199}">
      <dsp:nvSpPr>
        <dsp:cNvPr id="0" name=""/>
        <dsp:cNvSpPr/>
      </dsp:nvSpPr>
      <dsp:spPr>
        <a:xfrm>
          <a:off x="109559" y="68517"/>
          <a:ext cx="1072766" cy="376846"/>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55000" b="-5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12B4E28-4968-CB4E-8D5B-703953075AD3}">
      <dsp:nvSpPr>
        <dsp:cNvPr id="0" name=""/>
        <dsp:cNvSpPr/>
      </dsp:nvSpPr>
      <dsp:spPr>
        <a:xfrm rot="10800000">
          <a:off x="109559" y="513881"/>
          <a:ext cx="1072766" cy="628076"/>
        </a:xfrm>
        <a:prstGeom prst="round2SameRect">
          <a:avLst>
            <a:gd name="adj1" fmla="val 10500"/>
            <a:gd name="adj2" fmla="val 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kern="1200" dirty="0"/>
            <a:t>Unit Test</a:t>
          </a:r>
        </a:p>
      </dsp:txBody>
      <dsp:txXfrm rot="10800000">
        <a:off x="128875" y="513881"/>
        <a:ext cx="1034134" cy="608760"/>
      </dsp:txXfrm>
    </dsp:sp>
    <dsp:sp modelId="{57DFCF9D-CB21-BF46-86B9-83C45D7570A4}">
      <dsp:nvSpPr>
        <dsp:cNvPr id="0" name=""/>
        <dsp:cNvSpPr/>
      </dsp:nvSpPr>
      <dsp:spPr>
        <a:xfrm>
          <a:off x="1289602" y="68517"/>
          <a:ext cx="1072766" cy="376846"/>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55000" b="-5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9762E2-BEDF-A148-B62E-1FC4D5E7F467}">
      <dsp:nvSpPr>
        <dsp:cNvPr id="0" name=""/>
        <dsp:cNvSpPr/>
      </dsp:nvSpPr>
      <dsp:spPr>
        <a:xfrm rot="10800000">
          <a:off x="1289602" y="513881"/>
          <a:ext cx="1072766" cy="628076"/>
        </a:xfrm>
        <a:prstGeom prst="round2SameRect">
          <a:avLst>
            <a:gd name="adj1" fmla="val 10500"/>
            <a:gd name="adj2" fmla="val 0"/>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kern="1200" dirty="0"/>
            <a:t>E2E Test</a:t>
          </a:r>
        </a:p>
      </dsp:txBody>
      <dsp:txXfrm rot="10800000">
        <a:off x="1308918" y="513881"/>
        <a:ext cx="1034134" cy="608760"/>
      </dsp:txXfrm>
    </dsp:sp>
    <dsp:sp modelId="{BF0E0FDA-DD90-9B44-B003-6091B262A78D}">
      <dsp:nvSpPr>
        <dsp:cNvPr id="0" name=""/>
        <dsp:cNvSpPr/>
      </dsp:nvSpPr>
      <dsp:spPr>
        <a:xfrm>
          <a:off x="2469646" y="68517"/>
          <a:ext cx="1072766" cy="376846"/>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55000" b="-5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CC28D3B-E315-974B-AE19-8BD2C49B58F7}">
      <dsp:nvSpPr>
        <dsp:cNvPr id="0" name=""/>
        <dsp:cNvSpPr/>
      </dsp:nvSpPr>
      <dsp:spPr>
        <a:xfrm rot="10800000">
          <a:off x="2469646" y="513881"/>
          <a:ext cx="1072766" cy="628076"/>
        </a:xfrm>
        <a:prstGeom prst="round2SameRect">
          <a:avLst>
            <a:gd name="adj1" fmla="val 10500"/>
            <a:gd name="adj2" fmla="val 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kern="1200" dirty="0"/>
            <a:t>Performance Test</a:t>
          </a:r>
        </a:p>
      </dsp:txBody>
      <dsp:txXfrm rot="10800000">
        <a:off x="2488962" y="513881"/>
        <a:ext cx="1034134" cy="608760"/>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3.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94FAE1-E8DC-7E4F-8824-D6A393489AE1}" type="datetimeFigureOut">
              <a:rPr lang="en-TH" smtClean="0"/>
              <a:t>22/7/2026 R</a:t>
            </a:fld>
            <a:endParaRPr lang="en-T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C9B4EE-0463-D849-8EDA-71AC99A2A521}" type="slidenum">
              <a:rPr lang="en-TH" smtClean="0"/>
              <a:t>‹#›</a:t>
            </a:fld>
            <a:endParaRPr lang="en-TH"/>
          </a:p>
        </p:txBody>
      </p:sp>
    </p:spTree>
    <p:extLst>
      <p:ext uri="{BB962C8B-B14F-4D97-AF65-F5344CB8AC3E}">
        <p14:creationId xmlns:p14="http://schemas.microsoft.com/office/powerpoint/2010/main" val="1807901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15 </a:t>
            </a:r>
            <a:r>
              <a:rPr lang="en-US" dirty="0"/>
              <a:t>Mins</a:t>
            </a:r>
            <a:endParaRPr lang="en-TH" dirty="0"/>
          </a:p>
        </p:txBody>
      </p:sp>
      <p:sp>
        <p:nvSpPr>
          <p:cNvPr id="4" name="Slide Number Placeholder 3"/>
          <p:cNvSpPr>
            <a:spLocks noGrp="1"/>
          </p:cNvSpPr>
          <p:nvPr>
            <p:ph type="sldNum" sz="quarter" idx="5"/>
          </p:nvPr>
        </p:nvSpPr>
        <p:spPr/>
        <p:txBody>
          <a:bodyPr/>
          <a:lstStyle/>
          <a:p>
            <a:fld id="{94C9B4EE-0463-D849-8EDA-71AC99A2A521}" type="slidenum">
              <a:rPr lang="en-TH" smtClean="0"/>
              <a:t>2</a:t>
            </a:fld>
            <a:endParaRPr lang="en-TH"/>
          </a:p>
        </p:txBody>
      </p:sp>
    </p:spTree>
    <p:extLst>
      <p:ext uri="{BB962C8B-B14F-4D97-AF65-F5344CB8AC3E}">
        <p14:creationId xmlns:p14="http://schemas.microsoft.com/office/powerpoint/2010/main" val="1431432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TH" sz="1200" b="0" i="0" u="none" strike="noStrike" kern="1200" dirty="0">
                <a:solidFill>
                  <a:schemeClr val="tx1"/>
                </a:solidFill>
                <a:effectLst/>
                <a:latin typeface="+mn-lt"/>
                <a:ea typeface="+mn-ea"/>
                <a:cs typeface="+mn-cs"/>
              </a:rPr>
              <a:t>What questions do you need me to answer so you can give me the best possible result</a:t>
            </a:r>
            <a:endParaRPr lang="en-US" dirty="0"/>
          </a:p>
          <a:p>
            <a:endParaRPr lang="en-TH" dirty="0"/>
          </a:p>
        </p:txBody>
      </p:sp>
      <p:sp>
        <p:nvSpPr>
          <p:cNvPr id="4" name="Slide Number Placeholder 3"/>
          <p:cNvSpPr>
            <a:spLocks noGrp="1"/>
          </p:cNvSpPr>
          <p:nvPr>
            <p:ph type="sldNum" sz="quarter" idx="5"/>
          </p:nvPr>
        </p:nvSpPr>
        <p:spPr/>
        <p:txBody>
          <a:bodyPr/>
          <a:lstStyle/>
          <a:p>
            <a:fld id="{94C9B4EE-0463-D849-8EDA-71AC99A2A521}" type="slidenum">
              <a:rPr lang="en-TH" smtClean="0"/>
              <a:t>8</a:t>
            </a:fld>
            <a:endParaRPr lang="en-TH"/>
          </a:p>
        </p:txBody>
      </p:sp>
    </p:spTree>
    <p:extLst>
      <p:ext uri="{BB962C8B-B14F-4D97-AF65-F5344CB8AC3E}">
        <p14:creationId xmlns:p14="http://schemas.microsoft.com/office/powerpoint/2010/main" val="3368570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H" dirty="0"/>
          </a:p>
        </p:txBody>
      </p:sp>
      <p:sp>
        <p:nvSpPr>
          <p:cNvPr id="4" name="Slide Number Placeholder 3"/>
          <p:cNvSpPr>
            <a:spLocks noGrp="1"/>
          </p:cNvSpPr>
          <p:nvPr>
            <p:ph type="sldNum" sz="quarter" idx="5"/>
          </p:nvPr>
        </p:nvSpPr>
        <p:spPr/>
        <p:txBody>
          <a:bodyPr/>
          <a:lstStyle/>
          <a:p>
            <a:fld id="{94C9B4EE-0463-D849-8EDA-71AC99A2A521}" type="slidenum">
              <a:rPr lang="en-TH" smtClean="0"/>
              <a:t>14</a:t>
            </a:fld>
            <a:endParaRPr lang="en-TH"/>
          </a:p>
        </p:txBody>
      </p:sp>
    </p:spTree>
    <p:extLst>
      <p:ext uri="{BB962C8B-B14F-4D97-AF65-F5344CB8AC3E}">
        <p14:creationId xmlns:p14="http://schemas.microsoft.com/office/powerpoint/2010/main" val="2637435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D4D83-3BE5-4B20-9D08-062ACDAFB2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362D4-099A-5763-137E-72E6BC489D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C185B-252B-8508-E6F0-107D97CDA5E3}"/>
              </a:ext>
            </a:extLst>
          </p:cNvPr>
          <p:cNvSpPr>
            <a:spLocks noGrp="1"/>
          </p:cNvSpPr>
          <p:nvPr>
            <p:ph type="body" idx="1"/>
          </p:nvPr>
        </p:nvSpPr>
        <p:spPr/>
        <p:txBody>
          <a:bodyPr/>
          <a:lstStyle/>
          <a:p>
            <a:endParaRPr lang="en-TH" dirty="0"/>
          </a:p>
        </p:txBody>
      </p:sp>
      <p:sp>
        <p:nvSpPr>
          <p:cNvPr id="4" name="Slide Number Placeholder 3">
            <a:extLst>
              <a:ext uri="{FF2B5EF4-FFF2-40B4-BE49-F238E27FC236}">
                <a16:creationId xmlns:a16="http://schemas.microsoft.com/office/drawing/2014/main" id="{6F80AAD7-77A2-E021-BE70-73BAC99D3A73}"/>
              </a:ext>
            </a:extLst>
          </p:cNvPr>
          <p:cNvSpPr>
            <a:spLocks noGrp="1"/>
          </p:cNvSpPr>
          <p:nvPr>
            <p:ph type="sldNum" sz="quarter" idx="5"/>
          </p:nvPr>
        </p:nvSpPr>
        <p:spPr/>
        <p:txBody>
          <a:bodyPr/>
          <a:lstStyle/>
          <a:p>
            <a:fld id="{94C9B4EE-0463-D849-8EDA-71AC99A2A521}" type="slidenum">
              <a:rPr lang="en-TH" smtClean="0"/>
              <a:t>23</a:t>
            </a:fld>
            <a:endParaRPr lang="en-TH"/>
          </a:p>
        </p:txBody>
      </p:sp>
    </p:spTree>
    <p:extLst>
      <p:ext uri="{BB962C8B-B14F-4D97-AF65-F5344CB8AC3E}">
        <p14:creationId xmlns:p14="http://schemas.microsoft.com/office/powerpoint/2010/main" val="21401520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E0F5A-538F-581F-8284-28496D620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E2C1B-E011-FE34-582F-0E120530E0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9CFF38-2CAD-D7D3-88A6-3958CF21C8D3}"/>
              </a:ext>
            </a:extLst>
          </p:cNvPr>
          <p:cNvSpPr>
            <a:spLocks noGrp="1"/>
          </p:cNvSpPr>
          <p:nvPr>
            <p:ph type="body" idx="1"/>
          </p:nvPr>
        </p:nvSpPr>
        <p:spPr/>
        <p:txBody>
          <a:bodyPr/>
          <a:lstStyle/>
          <a:p>
            <a:endParaRPr lang="en-TH" dirty="0"/>
          </a:p>
        </p:txBody>
      </p:sp>
      <p:sp>
        <p:nvSpPr>
          <p:cNvPr id="4" name="Slide Number Placeholder 3">
            <a:extLst>
              <a:ext uri="{FF2B5EF4-FFF2-40B4-BE49-F238E27FC236}">
                <a16:creationId xmlns:a16="http://schemas.microsoft.com/office/drawing/2014/main" id="{71EAD078-92A5-5FEE-83AF-199643A546D3}"/>
              </a:ext>
            </a:extLst>
          </p:cNvPr>
          <p:cNvSpPr>
            <a:spLocks noGrp="1"/>
          </p:cNvSpPr>
          <p:nvPr>
            <p:ph type="sldNum" sz="quarter" idx="5"/>
          </p:nvPr>
        </p:nvSpPr>
        <p:spPr/>
        <p:txBody>
          <a:bodyPr/>
          <a:lstStyle/>
          <a:p>
            <a:fld id="{94C9B4EE-0463-D849-8EDA-71AC99A2A521}" type="slidenum">
              <a:rPr lang="en-TH" smtClean="0"/>
              <a:t>24</a:t>
            </a:fld>
            <a:endParaRPr lang="en-TH"/>
          </a:p>
        </p:txBody>
      </p:sp>
    </p:spTree>
    <p:extLst>
      <p:ext uri="{BB962C8B-B14F-4D97-AF65-F5344CB8AC3E}">
        <p14:creationId xmlns:p14="http://schemas.microsoft.com/office/powerpoint/2010/main" val="3914175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94F3-5487-4283-5E34-CE9A79BA1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FA42CF-5AE5-C74B-969D-B0ECCC946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DE8D1-969F-8038-FC7F-6837E6B4A409}"/>
              </a:ext>
            </a:extLst>
          </p:cNvPr>
          <p:cNvSpPr>
            <a:spLocks noGrp="1"/>
          </p:cNvSpPr>
          <p:nvPr>
            <p:ph type="body" idx="1"/>
          </p:nvPr>
        </p:nvSpPr>
        <p:spPr/>
        <p:txBody>
          <a:bodyPr/>
          <a:lstStyle/>
          <a:p>
            <a:endParaRPr lang="en-TH" dirty="0"/>
          </a:p>
        </p:txBody>
      </p:sp>
      <p:sp>
        <p:nvSpPr>
          <p:cNvPr id="4" name="Slide Number Placeholder 3">
            <a:extLst>
              <a:ext uri="{FF2B5EF4-FFF2-40B4-BE49-F238E27FC236}">
                <a16:creationId xmlns:a16="http://schemas.microsoft.com/office/drawing/2014/main" id="{329AB190-A191-DABC-0E52-FCF0D96C77C7}"/>
              </a:ext>
            </a:extLst>
          </p:cNvPr>
          <p:cNvSpPr>
            <a:spLocks noGrp="1"/>
          </p:cNvSpPr>
          <p:nvPr>
            <p:ph type="sldNum" sz="quarter" idx="5"/>
          </p:nvPr>
        </p:nvSpPr>
        <p:spPr/>
        <p:txBody>
          <a:bodyPr/>
          <a:lstStyle/>
          <a:p>
            <a:fld id="{94C9B4EE-0463-D849-8EDA-71AC99A2A521}" type="slidenum">
              <a:rPr lang="en-TH" smtClean="0"/>
              <a:t>25</a:t>
            </a:fld>
            <a:endParaRPr lang="en-TH"/>
          </a:p>
        </p:txBody>
      </p:sp>
    </p:spTree>
    <p:extLst>
      <p:ext uri="{BB962C8B-B14F-4D97-AF65-F5344CB8AC3E}">
        <p14:creationId xmlns:p14="http://schemas.microsoft.com/office/powerpoint/2010/main" val="202379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H" b="1" dirty="0"/>
              <a:t>The Business Tier</a:t>
            </a:r>
            <a:endParaRPr lang="en-TH" dirty="0"/>
          </a:p>
        </p:txBody>
      </p:sp>
      <p:sp>
        <p:nvSpPr>
          <p:cNvPr id="4" name="Slide Number Placeholder 3"/>
          <p:cNvSpPr>
            <a:spLocks noGrp="1"/>
          </p:cNvSpPr>
          <p:nvPr>
            <p:ph type="sldNum" sz="quarter" idx="5"/>
          </p:nvPr>
        </p:nvSpPr>
        <p:spPr/>
        <p:txBody>
          <a:bodyPr/>
          <a:lstStyle/>
          <a:p>
            <a:fld id="{94C9B4EE-0463-D849-8EDA-71AC99A2A521}" type="slidenum">
              <a:rPr lang="en-TH" smtClean="0"/>
              <a:t>34</a:t>
            </a:fld>
            <a:endParaRPr lang="en-TH"/>
          </a:p>
        </p:txBody>
      </p:sp>
    </p:spTree>
    <p:extLst>
      <p:ext uri="{BB962C8B-B14F-4D97-AF65-F5344CB8AC3E}">
        <p14:creationId xmlns:p14="http://schemas.microsoft.com/office/powerpoint/2010/main" val="1348685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H" dirty="0"/>
          </a:p>
        </p:txBody>
      </p:sp>
      <p:sp>
        <p:nvSpPr>
          <p:cNvPr id="4" name="Slide Number Placeholder 3"/>
          <p:cNvSpPr>
            <a:spLocks noGrp="1"/>
          </p:cNvSpPr>
          <p:nvPr>
            <p:ph type="sldNum" sz="quarter" idx="5"/>
          </p:nvPr>
        </p:nvSpPr>
        <p:spPr/>
        <p:txBody>
          <a:bodyPr/>
          <a:lstStyle/>
          <a:p>
            <a:fld id="{94C9B4EE-0463-D849-8EDA-71AC99A2A521}" type="slidenum">
              <a:rPr lang="en-TH" smtClean="0"/>
              <a:t>36</a:t>
            </a:fld>
            <a:endParaRPr lang="en-TH"/>
          </a:p>
        </p:txBody>
      </p:sp>
    </p:spTree>
    <p:extLst>
      <p:ext uri="{BB962C8B-B14F-4D97-AF65-F5344CB8AC3E}">
        <p14:creationId xmlns:p14="http://schemas.microsoft.com/office/powerpoint/2010/main" val="1322894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EDC19-21BC-414B-C948-7A52A903ED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H"/>
          </a:p>
        </p:txBody>
      </p:sp>
      <p:sp>
        <p:nvSpPr>
          <p:cNvPr id="3" name="Subtitle 2">
            <a:extLst>
              <a:ext uri="{FF2B5EF4-FFF2-40B4-BE49-F238E27FC236}">
                <a16:creationId xmlns:a16="http://schemas.microsoft.com/office/drawing/2014/main" id="{C02E15FB-4506-90B0-B4AB-1AE018C339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H"/>
          </a:p>
        </p:txBody>
      </p:sp>
      <p:sp>
        <p:nvSpPr>
          <p:cNvPr id="4" name="Date Placeholder 3">
            <a:extLst>
              <a:ext uri="{FF2B5EF4-FFF2-40B4-BE49-F238E27FC236}">
                <a16:creationId xmlns:a16="http://schemas.microsoft.com/office/drawing/2014/main" id="{5A21101C-9E4E-611B-FDCD-553565124EEE}"/>
              </a:ext>
            </a:extLst>
          </p:cNvPr>
          <p:cNvSpPr>
            <a:spLocks noGrp="1"/>
          </p:cNvSpPr>
          <p:nvPr>
            <p:ph type="dt" sz="half" idx="10"/>
          </p:nvPr>
        </p:nvSpPr>
        <p:spPr/>
        <p:txBody>
          <a:bodyPr/>
          <a:lstStyle/>
          <a:p>
            <a:fld id="{DAA05DA8-D524-CE4A-B891-6E1FDCF55451}" type="datetime5">
              <a:rPr lang="en-US" smtClean="0"/>
              <a:t>22-Jul-26</a:t>
            </a:fld>
            <a:endParaRPr lang="en-TH"/>
          </a:p>
        </p:txBody>
      </p:sp>
      <p:sp>
        <p:nvSpPr>
          <p:cNvPr id="5" name="Footer Placeholder 4">
            <a:extLst>
              <a:ext uri="{FF2B5EF4-FFF2-40B4-BE49-F238E27FC236}">
                <a16:creationId xmlns:a16="http://schemas.microsoft.com/office/drawing/2014/main" id="{191F54DF-A0D8-8EC6-68AB-EBEF2305969B}"/>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ADDB16D0-215D-BB31-D923-BF03934A9776}"/>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2668823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D938F-2FD4-775C-0E43-A3C52DCE20C9}"/>
              </a:ext>
            </a:extLst>
          </p:cNvPr>
          <p:cNvSpPr>
            <a:spLocks noGrp="1"/>
          </p:cNvSpPr>
          <p:nvPr>
            <p:ph type="title"/>
          </p:nvPr>
        </p:nvSpPr>
        <p:spPr/>
        <p:txBody>
          <a:bodyPr/>
          <a:lstStyle/>
          <a:p>
            <a:r>
              <a:rPr lang="en-US"/>
              <a:t>Click to edit Master title style</a:t>
            </a:r>
            <a:endParaRPr lang="en-TH"/>
          </a:p>
        </p:txBody>
      </p:sp>
      <p:sp>
        <p:nvSpPr>
          <p:cNvPr id="3" name="Content Placeholder 2">
            <a:extLst>
              <a:ext uri="{FF2B5EF4-FFF2-40B4-BE49-F238E27FC236}">
                <a16:creationId xmlns:a16="http://schemas.microsoft.com/office/drawing/2014/main" id="{5FFFA1AE-F7D1-44F7-BA06-5B839467C3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4480CD6C-DB1B-A0EC-DB22-A50E98B4CFB3}"/>
              </a:ext>
            </a:extLst>
          </p:cNvPr>
          <p:cNvSpPr>
            <a:spLocks noGrp="1"/>
          </p:cNvSpPr>
          <p:nvPr>
            <p:ph type="dt" sz="half" idx="10"/>
          </p:nvPr>
        </p:nvSpPr>
        <p:spPr/>
        <p:txBody>
          <a:bodyPr/>
          <a:lstStyle/>
          <a:p>
            <a:fld id="{C125A8C8-41E1-3F49-8157-BA19C856F422}" type="datetime5">
              <a:rPr lang="en-US" smtClean="0"/>
              <a:t>22-Jul-26</a:t>
            </a:fld>
            <a:endParaRPr lang="en-TH"/>
          </a:p>
        </p:txBody>
      </p:sp>
      <p:sp>
        <p:nvSpPr>
          <p:cNvPr id="5" name="Footer Placeholder 4">
            <a:extLst>
              <a:ext uri="{FF2B5EF4-FFF2-40B4-BE49-F238E27FC236}">
                <a16:creationId xmlns:a16="http://schemas.microsoft.com/office/drawing/2014/main" id="{CBB3FAFD-A33C-CC21-B4AD-C680DFD1925D}"/>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D28FDB23-0DA2-1E76-5E16-C5ACBCF4955B}"/>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1894928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62CF9-1A3D-CD40-5F55-0B9F66C0AD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H"/>
          </a:p>
        </p:txBody>
      </p:sp>
      <p:sp>
        <p:nvSpPr>
          <p:cNvPr id="3" name="Text Placeholder 2">
            <a:extLst>
              <a:ext uri="{FF2B5EF4-FFF2-40B4-BE49-F238E27FC236}">
                <a16:creationId xmlns:a16="http://schemas.microsoft.com/office/drawing/2014/main" id="{FFA32F71-6A6A-A192-81AF-366833D28C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58B488-A72B-9F16-81D7-193F49477928}"/>
              </a:ext>
            </a:extLst>
          </p:cNvPr>
          <p:cNvSpPr>
            <a:spLocks noGrp="1"/>
          </p:cNvSpPr>
          <p:nvPr>
            <p:ph type="dt" sz="half" idx="10"/>
          </p:nvPr>
        </p:nvSpPr>
        <p:spPr/>
        <p:txBody>
          <a:bodyPr/>
          <a:lstStyle/>
          <a:p>
            <a:fld id="{6E244ED1-6194-6044-95D9-08F9AF0BB002}" type="datetime5">
              <a:rPr lang="en-US" smtClean="0"/>
              <a:t>22-Jul-26</a:t>
            </a:fld>
            <a:endParaRPr lang="en-TH"/>
          </a:p>
        </p:txBody>
      </p:sp>
      <p:sp>
        <p:nvSpPr>
          <p:cNvPr id="5" name="Footer Placeholder 4">
            <a:extLst>
              <a:ext uri="{FF2B5EF4-FFF2-40B4-BE49-F238E27FC236}">
                <a16:creationId xmlns:a16="http://schemas.microsoft.com/office/drawing/2014/main" id="{56EF9C23-9347-48D7-206C-3FC0F770EA65}"/>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8FD56C6E-0357-9A03-E139-1E050490FDD4}"/>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3361971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9FAC7-5354-EC46-52AE-1AE15684479D}"/>
              </a:ext>
            </a:extLst>
          </p:cNvPr>
          <p:cNvSpPr>
            <a:spLocks noGrp="1"/>
          </p:cNvSpPr>
          <p:nvPr>
            <p:ph type="title"/>
          </p:nvPr>
        </p:nvSpPr>
        <p:spPr/>
        <p:txBody>
          <a:bodyPr/>
          <a:lstStyle/>
          <a:p>
            <a:r>
              <a:rPr lang="en-US"/>
              <a:t>Click to edit Master title style</a:t>
            </a:r>
            <a:endParaRPr lang="en-TH"/>
          </a:p>
        </p:txBody>
      </p:sp>
      <p:sp>
        <p:nvSpPr>
          <p:cNvPr id="3" name="Content Placeholder 2">
            <a:extLst>
              <a:ext uri="{FF2B5EF4-FFF2-40B4-BE49-F238E27FC236}">
                <a16:creationId xmlns:a16="http://schemas.microsoft.com/office/drawing/2014/main" id="{6D9066CE-F8BF-C43D-DE47-6FEB93AFF5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Content Placeholder 3">
            <a:extLst>
              <a:ext uri="{FF2B5EF4-FFF2-40B4-BE49-F238E27FC236}">
                <a16:creationId xmlns:a16="http://schemas.microsoft.com/office/drawing/2014/main" id="{41D6B537-B0DA-B477-DB4B-303B09DE03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5" name="Date Placeholder 4">
            <a:extLst>
              <a:ext uri="{FF2B5EF4-FFF2-40B4-BE49-F238E27FC236}">
                <a16:creationId xmlns:a16="http://schemas.microsoft.com/office/drawing/2014/main" id="{9AF2A1F4-4A37-8089-44B4-080821112A23}"/>
              </a:ext>
            </a:extLst>
          </p:cNvPr>
          <p:cNvSpPr>
            <a:spLocks noGrp="1"/>
          </p:cNvSpPr>
          <p:nvPr>
            <p:ph type="dt" sz="half" idx="10"/>
          </p:nvPr>
        </p:nvSpPr>
        <p:spPr/>
        <p:txBody>
          <a:bodyPr/>
          <a:lstStyle/>
          <a:p>
            <a:fld id="{88957159-C2DA-E847-B63B-0B6A3573D9EE}" type="datetime5">
              <a:rPr lang="en-US" smtClean="0"/>
              <a:t>22-Jul-26</a:t>
            </a:fld>
            <a:endParaRPr lang="en-TH"/>
          </a:p>
        </p:txBody>
      </p:sp>
      <p:sp>
        <p:nvSpPr>
          <p:cNvPr id="6" name="Footer Placeholder 5">
            <a:extLst>
              <a:ext uri="{FF2B5EF4-FFF2-40B4-BE49-F238E27FC236}">
                <a16:creationId xmlns:a16="http://schemas.microsoft.com/office/drawing/2014/main" id="{A905940B-1056-CCCA-0041-37E3E6789294}"/>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07276BCB-326E-3CF7-53E4-03C947E53D8B}"/>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1256726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371BA-261D-CC47-F2A8-402472B6F911}"/>
              </a:ext>
            </a:extLst>
          </p:cNvPr>
          <p:cNvSpPr>
            <a:spLocks noGrp="1"/>
          </p:cNvSpPr>
          <p:nvPr>
            <p:ph type="title"/>
          </p:nvPr>
        </p:nvSpPr>
        <p:spPr>
          <a:xfrm>
            <a:off x="839788" y="365125"/>
            <a:ext cx="10515600" cy="1325563"/>
          </a:xfrm>
        </p:spPr>
        <p:txBody>
          <a:bodyPr/>
          <a:lstStyle/>
          <a:p>
            <a:r>
              <a:rPr lang="en-US"/>
              <a:t>Click to edit Master title style</a:t>
            </a:r>
            <a:endParaRPr lang="en-TH"/>
          </a:p>
        </p:txBody>
      </p:sp>
      <p:sp>
        <p:nvSpPr>
          <p:cNvPr id="3" name="Text Placeholder 2">
            <a:extLst>
              <a:ext uri="{FF2B5EF4-FFF2-40B4-BE49-F238E27FC236}">
                <a16:creationId xmlns:a16="http://schemas.microsoft.com/office/drawing/2014/main" id="{B534CC94-A592-B0D3-1449-DA600FD51D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C8634F-8A48-D814-3C66-E8F16DA6F1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5" name="Text Placeholder 4">
            <a:extLst>
              <a:ext uri="{FF2B5EF4-FFF2-40B4-BE49-F238E27FC236}">
                <a16:creationId xmlns:a16="http://schemas.microsoft.com/office/drawing/2014/main" id="{D3CCE6DD-0001-0105-3F79-F3A6E1D7D5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112502-F29C-571C-AD81-FA99130A97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7" name="Date Placeholder 6">
            <a:extLst>
              <a:ext uri="{FF2B5EF4-FFF2-40B4-BE49-F238E27FC236}">
                <a16:creationId xmlns:a16="http://schemas.microsoft.com/office/drawing/2014/main" id="{618ABB7B-CF3F-B5BD-38FA-6125149965A1}"/>
              </a:ext>
            </a:extLst>
          </p:cNvPr>
          <p:cNvSpPr>
            <a:spLocks noGrp="1"/>
          </p:cNvSpPr>
          <p:nvPr>
            <p:ph type="dt" sz="half" idx="10"/>
          </p:nvPr>
        </p:nvSpPr>
        <p:spPr/>
        <p:txBody>
          <a:bodyPr/>
          <a:lstStyle/>
          <a:p>
            <a:fld id="{D00EB01A-B309-4C4E-824D-C89DBE72E163}" type="datetime5">
              <a:rPr lang="en-US" smtClean="0"/>
              <a:t>22-Jul-26</a:t>
            </a:fld>
            <a:endParaRPr lang="en-TH"/>
          </a:p>
        </p:txBody>
      </p:sp>
      <p:sp>
        <p:nvSpPr>
          <p:cNvPr id="8" name="Footer Placeholder 7">
            <a:extLst>
              <a:ext uri="{FF2B5EF4-FFF2-40B4-BE49-F238E27FC236}">
                <a16:creationId xmlns:a16="http://schemas.microsoft.com/office/drawing/2014/main" id="{75724FC1-2ED3-9A3E-BB2D-C0A6AB5989F1}"/>
              </a:ext>
            </a:extLst>
          </p:cNvPr>
          <p:cNvSpPr>
            <a:spLocks noGrp="1"/>
          </p:cNvSpPr>
          <p:nvPr>
            <p:ph type="ftr" sz="quarter" idx="11"/>
          </p:nvPr>
        </p:nvSpPr>
        <p:spPr/>
        <p:txBody>
          <a:bodyPr/>
          <a:lstStyle/>
          <a:p>
            <a:endParaRPr lang="en-TH"/>
          </a:p>
        </p:txBody>
      </p:sp>
      <p:sp>
        <p:nvSpPr>
          <p:cNvPr id="9" name="Slide Number Placeholder 8">
            <a:extLst>
              <a:ext uri="{FF2B5EF4-FFF2-40B4-BE49-F238E27FC236}">
                <a16:creationId xmlns:a16="http://schemas.microsoft.com/office/drawing/2014/main" id="{A246F619-0ED0-F169-56B6-D7E2901BAD1F}"/>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3292301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CB97B-E6DC-709D-0552-2247C980421D}"/>
              </a:ext>
            </a:extLst>
          </p:cNvPr>
          <p:cNvSpPr>
            <a:spLocks noGrp="1"/>
          </p:cNvSpPr>
          <p:nvPr>
            <p:ph type="title"/>
          </p:nvPr>
        </p:nvSpPr>
        <p:spPr/>
        <p:txBody>
          <a:bodyPr/>
          <a:lstStyle/>
          <a:p>
            <a:r>
              <a:rPr lang="en-US"/>
              <a:t>Click to edit Master title style</a:t>
            </a:r>
            <a:endParaRPr lang="en-TH"/>
          </a:p>
        </p:txBody>
      </p:sp>
      <p:sp>
        <p:nvSpPr>
          <p:cNvPr id="3" name="Date Placeholder 2">
            <a:extLst>
              <a:ext uri="{FF2B5EF4-FFF2-40B4-BE49-F238E27FC236}">
                <a16:creationId xmlns:a16="http://schemas.microsoft.com/office/drawing/2014/main" id="{86B372C4-CD31-BA11-FB44-FF9A84A23D83}"/>
              </a:ext>
            </a:extLst>
          </p:cNvPr>
          <p:cNvSpPr>
            <a:spLocks noGrp="1"/>
          </p:cNvSpPr>
          <p:nvPr>
            <p:ph type="dt" sz="half" idx="10"/>
          </p:nvPr>
        </p:nvSpPr>
        <p:spPr/>
        <p:txBody>
          <a:bodyPr/>
          <a:lstStyle/>
          <a:p>
            <a:fld id="{21B903EB-DF9E-9845-B604-7AC7E76B8C89}" type="datetime5">
              <a:rPr lang="en-US" smtClean="0"/>
              <a:t>22-Jul-26</a:t>
            </a:fld>
            <a:endParaRPr lang="en-TH"/>
          </a:p>
        </p:txBody>
      </p:sp>
      <p:sp>
        <p:nvSpPr>
          <p:cNvPr id="4" name="Footer Placeholder 3">
            <a:extLst>
              <a:ext uri="{FF2B5EF4-FFF2-40B4-BE49-F238E27FC236}">
                <a16:creationId xmlns:a16="http://schemas.microsoft.com/office/drawing/2014/main" id="{1AA4EAE5-A643-C10F-A540-EDB8656B8ED7}"/>
              </a:ext>
            </a:extLst>
          </p:cNvPr>
          <p:cNvSpPr>
            <a:spLocks noGrp="1"/>
          </p:cNvSpPr>
          <p:nvPr>
            <p:ph type="ftr" sz="quarter" idx="11"/>
          </p:nvPr>
        </p:nvSpPr>
        <p:spPr/>
        <p:txBody>
          <a:bodyPr/>
          <a:lstStyle/>
          <a:p>
            <a:endParaRPr lang="en-TH"/>
          </a:p>
        </p:txBody>
      </p:sp>
      <p:sp>
        <p:nvSpPr>
          <p:cNvPr id="5" name="Slide Number Placeholder 4">
            <a:extLst>
              <a:ext uri="{FF2B5EF4-FFF2-40B4-BE49-F238E27FC236}">
                <a16:creationId xmlns:a16="http://schemas.microsoft.com/office/drawing/2014/main" id="{8BB8AF8F-4872-EF84-B7B1-C5E1D98BA33E}"/>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49448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F9FFCD-FEC7-7F6D-A518-D4A524787B33}"/>
              </a:ext>
            </a:extLst>
          </p:cNvPr>
          <p:cNvSpPr>
            <a:spLocks noGrp="1"/>
          </p:cNvSpPr>
          <p:nvPr>
            <p:ph type="dt" sz="half" idx="10"/>
          </p:nvPr>
        </p:nvSpPr>
        <p:spPr/>
        <p:txBody>
          <a:bodyPr/>
          <a:lstStyle/>
          <a:p>
            <a:fld id="{0A667FA2-DF18-0240-905A-4390229966F0}" type="datetime5">
              <a:rPr lang="en-US" smtClean="0"/>
              <a:t>22-Jul-26</a:t>
            </a:fld>
            <a:endParaRPr lang="en-TH"/>
          </a:p>
        </p:txBody>
      </p:sp>
      <p:sp>
        <p:nvSpPr>
          <p:cNvPr id="3" name="Footer Placeholder 2">
            <a:extLst>
              <a:ext uri="{FF2B5EF4-FFF2-40B4-BE49-F238E27FC236}">
                <a16:creationId xmlns:a16="http://schemas.microsoft.com/office/drawing/2014/main" id="{6E2C2DEF-0409-140C-B7CA-6449D43BEFCE}"/>
              </a:ext>
            </a:extLst>
          </p:cNvPr>
          <p:cNvSpPr>
            <a:spLocks noGrp="1"/>
          </p:cNvSpPr>
          <p:nvPr>
            <p:ph type="ftr" sz="quarter" idx="11"/>
          </p:nvPr>
        </p:nvSpPr>
        <p:spPr/>
        <p:txBody>
          <a:bodyPr/>
          <a:lstStyle/>
          <a:p>
            <a:endParaRPr lang="en-TH"/>
          </a:p>
        </p:txBody>
      </p:sp>
      <p:sp>
        <p:nvSpPr>
          <p:cNvPr id="4" name="Slide Number Placeholder 3">
            <a:extLst>
              <a:ext uri="{FF2B5EF4-FFF2-40B4-BE49-F238E27FC236}">
                <a16:creationId xmlns:a16="http://schemas.microsoft.com/office/drawing/2014/main" id="{AAE6A806-F266-7F34-65CD-F3DD00DFB7D3}"/>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2955205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D1F1F-912D-0744-A8C4-060CADEF45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H"/>
          </a:p>
        </p:txBody>
      </p:sp>
      <p:sp>
        <p:nvSpPr>
          <p:cNvPr id="3" name="Content Placeholder 2">
            <a:extLst>
              <a:ext uri="{FF2B5EF4-FFF2-40B4-BE49-F238E27FC236}">
                <a16:creationId xmlns:a16="http://schemas.microsoft.com/office/drawing/2014/main" id="{5E740B11-A67D-7678-44CB-F27A78F0FC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Text Placeholder 3">
            <a:extLst>
              <a:ext uri="{FF2B5EF4-FFF2-40B4-BE49-F238E27FC236}">
                <a16:creationId xmlns:a16="http://schemas.microsoft.com/office/drawing/2014/main" id="{44C55CBF-56B4-25E6-7693-8DAB0576AD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E7D79B-87D9-5B75-731D-88034D592E08}"/>
              </a:ext>
            </a:extLst>
          </p:cNvPr>
          <p:cNvSpPr>
            <a:spLocks noGrp="1"/>
          </p:cNvSpPr>
          <p:nvPr>
            <p:ph type="dt" sz="half" idx="10"/>
          </p:nvPr>
        </p:nvSpPr>
        <p:spPr/>
        <p:txBody>
          <a:bodyPr/>
          <a:lstStyle/>
          <a:p>
            <a:fld id="{C0F507D3-FC91-904B-8338-D7041F548BD0}" type="datetime5">
              <a:rPr lang="en-US" smtClean="0"/>
              <a:t>22-Jul-26</a:t>
            </a:fld>
            <a:endParaRPr lang="en-TH"/>
          </a:p>
        </p:txBody>
      </p:sp>
      <p:sp>
        <p:nvSpPr>
          <p:cNvPr id="6" name="Footer Placeholder 5">
            <a:extLst>
              <a:ext uri="{FF2B5EF4-FFF2-40B4-BE49-F238E27FC236}">
                <a16:creationId xmlns:a16="http://schemas.microsoft.com/office/drawing/2014/main" id="{CD460DF6-6EEF-3A83-6250-EF278E15141F}"/>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E348AFF8-2266-D1B3-CF11-571E23AE5BD6}"/>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1137535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953E2-FB20-C4A8-B2FF-3CA77392C0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H"/>
          </a:p>
        </p:txBody>
      </p:sp>
      <p:sp>
        <p:nvSpPr>
          <p:cNvPr id="3" name="Picture Placeholder 2">
            <a:extLst>
              <a:ext uri="{FF2B5EF4-FFF2-40B4-BE49-F238E27FC236}">
                <a16:creationId xmlns:a16="http://schemas.microsoft.com/office/drawing/2014/main" id="{D09869FC-CD34-148A-6B6C-FA45B3BD4D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H"/>
          </a:p>
        </p:txBody>
      </p:sp>
      <p:sp>
        <p:nvSpPr>
          <p:cNvPr id="4" name="Text Placeholder 3">
            <a:extLst>
              <a:ext uri="{FF2B5EF4-FFF2-40B4-BE49-F238E27FC236}">
                <a16:creationId xmlns:a16="http://schemas.microsoft.com/office/drawing/2014/main" id="{2CB11F04-AF71-D93E-76E3-4D1626752F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B6E3B1-F04D-65D6-C519-78919BC8A8E2}"/>
              </a:ext>
            </a:extLst>
          </p:cNvPr>
          <p:cNvSpPr>
            <a:spLocks noGrp="1"/>
          </p:cNvSpPr>
          <p:nvPr>
            <p:ph type="dt" sz="half" idx="10"/>
          </p:nvPr>
        </p:nvSpPr>
        <p:spPr/>
        <p:txBody>
          <a:bodyPr/>
          <a:lstStyle/>
          <a:p>
            <a:fld id="{0E2F0D3D-E7F5-5847-8C6E-34E2FB05CDEB}" type="datetime5">
              <a:rPr lang="en-US" smtClean="0"/>
              <a:t>22-Jul-26</a:t>
            </a:fld>
            <a:endParaRPr lang="en-TH"/>
          </a:p>
        </p:txBody>
      </p:sp>
      <p:sp>
        <p:nvSpPr>
          <p:cNvPr id="6" name="Footer Placeholder 5">
            <a:extLst>
              <a:ext uri="{FF2B5EF4-FFF2-40B4-BE49-F238E27FC236}">
                <a16:creationId xmlns:a16="http://schemas.microsoft.com/office/drawing/2014/main" id="{36B66768-728D-2CF4-B989-0D079F14CE26}"/>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CC599F9A-3FC4-12F7-3036-CBCFE22AE53F}"/>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1767711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06610-76B5-BEE4-D46B-3168D8C199FD}"/>
              </a:ext>
            </a:extLst>
          </p:cNvPr>
          <p:cNvSpPr>
            <a:spLocks noGrp="1"/>
          </p:cNvSpPr>
          <p:nvPr>
            <p:ph type="title"/>
          </p:nvPr>
        </p:nvSpPr>
        <p:spPr/>
        <p:txBody>
          <a:bodyPr/>
          <a:lstStyle/>
          <a:p>
            <a:r>
              <a:rPr lang="en-US"/>
              <a:t>Click to edit Master title style</a:t>
            </a:r>
            <a:endParaRPr lang="en-TH"/>
          </a:p>
        </p:txBody>
      </p:sp>
      <p:sp>
        <p:nvSpPr>
          <p:cNvPr id="3" name="Vertical Text Placeholder 2">
            <a:extLst>
              <a:ext uri="{FF2B5EF4-FFF2-40B4-BE49-F238E27FC236}">
                <a16:creationId xmlns:a16="http://schemas.microsoft.com/office/drawing/2014/main" id="{2C8DDE78-6DCA-4B56-E20E-E3A6FB9469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926ED280-F06A-987C-25CC-A3E32EA692B6}"/>
              </a:ext>
            </a:extLst>
          </p:cNvPr>
          <p:cNvSpPr>
            <a:spLocks noGrp="1"/>
          </p:cNvSpPr>
          <p:nvPr>
            <p:ph type="dt" sz="half" idx="10"/>
          </p:nvPr>
        </p:nvSpPr>
        <p:spPr/>
        <p:txBody>
          <a:bodyPr/>
          <a:lstStyle/>
          <a:p>
            <a:fld id="{EAD17B26-D4A6-FD43-9294-F1E6CDBAC3E3}" type="datetime5">
              <a:rPr lang="en-US" smtClean="0"/>
              <a:t>22-Jul-26</a:t>
            </a:fld>
            <a:endParaRPr lang="en-TH"/>
          </a:p>
        </p:txBody>
      </p:sp>
      <p:sp>
        <p:nvSpPr>
          <p:cNvPr id="5" name="Footer Placeholder 4">
            <a:extLst>
              <a:ext uri="{FF2B5EF4-FFF2-40B4-BE49-F238E27FC236}">
                <a16:creationId xmlns:a16="http://schemas.microsoft.com/office/drawing/2014/main" id="{423FB2A4-9AA9-375B-D698-CDD6CC2F7067}"/>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4838509C-67EE-9BA3-6C49-266A45A62A90}"/>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4010763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6AE933-1A0B-0138-E72F-012D0CAADA7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H"/>
          </a:p>
        </p:txBody>
      </p:sp>
      <p:sp>
        <p:nvSpPr>
          <p:cNvPr id="3" name="Vertical Text Placeholder 2">
            <a:extLst>
              <a:ext uri="{FF2B5EF4-FFF2-40B4-BE49-F238E27FC236}">
                <a16:creationId xmlns:a16="http://schemas.microsoft.com/office/drawing/2014/main" id="{E3369F1E-8B62-0ADF-3180-4B9001B166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EEDD53C8-E953-6AA8-341A-67F930DAF150}"/>
              </a:ext>
            </a:extLst>
          </p:cNvPr>
          <p:cNvSpPr>
            <a:spLocks noGrp="1"/>
          </p:cNvSpPr>
          <p:nvPr>
            <p:ph type="dt" sz="half" idx="10"/>
          </p:nvPr>
        </p:nvSpPr>
        <p:spPr/>
        <p:txBody>
          <a:bodyPr/>
          <a:lstStyle/>
          <a:p>
            <a:fld id="{FD746268-285B-5246-9F47-C3506C68394D}" type="datetime5">
              <a:rPr lang="en-US" smtClean="0"/>
              <a:t>22-Jul-26</a:t>
            </a:fld>
            <a:endParaRPr lang="en-TH"/>
          </a:p>
        </p:txBody>
      </p:sp>
      <p:sp>
        <p:nvSpPr>
          <p:cNvPr id="5" name="Footer Placeholder 4">
            <a:extLst>
              <a:ext uri="{FF2B5EF4-FFF2-40B4-BE49-F238E27FC236}">
                <a16:creationId xmlns:a16="http://schemas.microsoft.com/office/drawing/2014/main" id="{5305FE5C-81E2-4E60-DEAF-609EAA7F5BA9}"/>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A4D15208-D0F2-210D-BD7D-D2079889DCDE}"/>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940724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0624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D78633-362B-4D3F-7944-FB34F9284F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H"/>
          </a:p>
        </p:txBody>
      </p:sp>
      <p:sp>
        <p:nvSpPr>
          <p:cNvPr id="3" name="Text Placeholder 2">
            <a:extLst>
              <a:ext uri="{FF2B5EF4-FFF2-40B4-BE49-F238E27FC236}">
                <a16:creationId xmlns:a16="http://schemas.microsoft.com/office/drawing/2014/main" id="{BBD10E6A-86AE-F673-61B0-84F29E6345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44A22C91-B368-413D-28B2-9C3729E6E7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8A85D6-0A4F-B045-8123-56B2F1CA6E7B}" type="datetime5">
              <a:rPr lang="en-US" smtClean="0"/>
              <a:t>22-Jul-26</a:t>
            </a:fld>
            <a:endParaRPr lang="en-TH"/>
          </a:p>
        </p:txBody>
      </p:sp>
      <p:sp>
        <p:nvSpPr>
          <p:cNvPr id="5" name="Footer Placeholder 4">
            <a:extLst>
              <a:ext uri="{FF2B5EF4-FFF2-40B4-BE49-F238E27FC236}">
                <a16:creationId xmlns:a16="http://schemas.microsoft.com/office/drawing/2014/main" id="{88023C1A-5849-8136-E19D-60C4CC5CE7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H"/>
          </a:p>
        </p:txBody>
      </p:sp>
      <p:sp>
        <p:nvSpPr>
          <p:cNvPr id="6" name="Slide Number Placeholder 5">
            <a:extLst>
              <a:ext uri="{FF2B5EF4-FFF2-40B4-BE49-F238E27FC236}">
                <a16:creationId xmlns:a16="http://schemas.microsoft.com/office/drawing/2014/main" id="{E5C25C79-8814-8C1A-C3CE-311B0C12C0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F7FF55-A4C8-434F-9C7E-35C05141D3A5}" type="slidenum">
              <a:rPr lang="en-TH" smtClean="0"/>
              <a:t>‹#›</a:t>
            </a:fld>
            <a:endParaRPr lang="en-TH"/>
          </a:p>
        </p:txBody>
      </p:sp>
    </p:spTree>
    <p:extLst>
      <p:ext uri="{BB962C8B-B14F-4D97-AF65-F5344CB8AC3E}">
        <p14:creationId xmlns:p14="http://schemas.microsoft.com/office/powerpoint/2010/main" val="1086388920"/>
      </p:ext>
    </p:extLst>
  </p:cSld>
  <p:clrMap bg1="lt1" tx1="dk1" bg2="lt2" tx2="dk2" accent1="accent1" accent2="accent2" accent3="accent3" accent4="accent4" accent5="accent5" accent6="accent6" hlink="hlink" folHlink="folHlink"/>
  <p:sldLayoutIdLst>
    <p:sldLayoutId id="2147483661"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18.sv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18.svg"/></Relationships>
</file>

<file path=ppt/slides/_rels/slide28.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_rels/slide37.xml.rels><?xml version="1.0" encoding="UTF-8" standalone="yes"?>
<Relationships xmlns="http://schemas.openxmlformats.org/package/2006/relationships"><Relationship Id="rId2" Type="http://schemas.openxmlformats.org/officeDocument/2006/relationships/hyperlink" Target="https://streamlit.io/playground"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streamlit.io/cloud"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8.svg"/><Relationship Id="rId7" Type="http://schemas.openxmlformats.org/officeDocument/2006/relationships/diagramColors" Target="../diagrams/colors3.xml"/><Relationship Id="rId2" Type="http://schemas.openxmlformats.org/officeDocument/2006/relationships/image" Target="../media/image11.jp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50000"/>
                </a:schemeClr>
              </a:solidFill>
            </a:endParaRPr>
          </a:p>
        </p:txBody>
      </p:sp>
      <p:sp>
        <p:nvSpPr>
          <p:cNvPr id="4" name="Title 3">
            <a:extLst>
              <a:ext uri="{FF2B5EF4-FFF2-40B4-BE49-F238E27FC236}">
                <a16:creationId xmlns:a16="http://schemas.microsoft.com/office/drawing/2014/main" id="{FC399FF2-BE07-E16E-EEE1-A13189F4BB80}"/>
              </a:ext>
            </a:extLst>
          </p:cNvPr>
          <p:cNvSpPr>
            <a:spLocks noGrp="1"/>
          </p:cNvSpPr>
          <p:nvPr>
            <p:ph type="ctrTitle"/>
          </p:nvPr>
        </p:nvSpPr>
        <p:spPr>
          <a:xfrm>
            <a:off x="1618109" y="949325"/>
            <a:ext cx="8071706" cy="2387600"/>
          </a:xfrm>
        </p:spPr>
        <p:txBody>
          <a:bodyPr>
            <a:normAutofit/>
          </a:bodyPr>
          <a:lstStyle/>
          <a:p>
            <a:pPr algn="l"/>
            <a:r>
              <a:rPr lang="en-TH" sz="6600" dirty="0">
                <a:solidFill>
                  <a:schemeClr val="bg1"/>
                </a:solidFill>
              </a:rPr>
              <a:t>Vibe Coding 101</a:t>
            </a:r>
          </a:p>
        </p:txBody>
      </p:sp>
      <p:sp>
        <p:nvSpPr>
          <p:cNvPr id="5" name="Subtitle 4">
            <a:extLst>
              <a:ext uri="{FF2B5EF4-FFF2-40B4-BE49-F238E27FC236}">
                <a16:creationId xmlns:a16="http://schemas.microsoft.com/office/drawing/2014/main" id="{EE4C8BFA-0604-6D92-7D27-708A659E74BE}"/>
              </a:ext>
            </a:extLst>
          </p:cNvPr>
          <p:cNvSpPr>
            <a:spLocks noGrp="1"/>
          </p:cNvSpPr>
          <p:nvPr>
            <p:ph type="subTitle" idx="1"/>
          </p:nvPr>
        </p:nvSpPr>
        <p:spPr>
          <a:xfrm>
            <a:off x="1618108" y="3429000"/>
            <a:ext cx="8071697" cy="1655762"/>
          </a:xfrm>
        </p:spPr>
        <p:txBody>
          <a:bodyPr>
            <a:normAutofit/>
          </a:bodyPr>
          <a:lstStyle/>
          <a:p>
            <a:pPr algn="l"/>
            <a:r>
              <a:rPr lang="en-TH" sz="3200" dirty="0">
                <a:solidFill>
                  <a:schemeClr val="bg1"/>
                </a:solidFill>
              </a:rPr>
              <a:t>From Idea to Code</a:t>
            </a:r>
          </a:p>
        </p:txBody>
      </p:sp>
      <p:cxnSp>
        <p:nvCxnSpPr>
          <p:cNvPr id="12" name="Straight Connector 11">
            <a:extLst>
              <a:ext uri="{FF2B5EF4-FFF2-40B4-BE49-F238E27FC236}">
                <a16:creationId xmlns:a16="http://schemas.microsoft.com/office/drawing/2014/main" id="{EC4521DE-248E-440D-AAD6-FD9E7D34B3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5285"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42C13FA-4C0F-42D0-9626-5BA6040D8C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6252485"/>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BBA2EB98-8B2E-5B10-A82F-1288257E4C0F}"/>
              </a:ext>
            </a:extLst>
          </p:cNvPr>
          <p:cNvPicPr>
            <a:picLocks noChangeAspect="1"/>
          </p:cNvPicPr>
          <p:nvPr/>
        </p:nvPicPr>
        <p:blipFill>
          <a:blip r:embed="rId2"/>
          <a:stretch>
            <a:fillRect/>
          </a:stretch>
        </p:blipFill>
        <p:spPr>
          <a:xfrm>
            <a:off x="7878816" y="1262912"/>
            <a:ext cx="3143615" cy="3143615"/>
          </a:xfrm>
          <a:prstGeom prst="rect">
            <a:avLst/>
          </a:prstGeom>
        </p:spPr>
      </p:pic>
      <p:sp>
        <p:nvSpPr>
          <p:cNvPr id="6" name="TextBox 5">
            <a:extLst>
              <a:ext uri="{FF2B5EF4-FFF2-40B4-BE49-F238E27FC236}">
                <a16:creationId xmlns:a16="http://schemas.microsoft.com/office/drawing/2014/main" id="{19EE190C-5A97-3137-7CF5-3FCD4AD8CF36}"/>
              </a:ext>
            </a:extLst>
          </p:cNvPr>
          <p:cNvSpPr txBox="1"/>
          <p:nvPr/>
        </p:nvSpPr>
        <p:spPr>
          <a:xfrm>
            <a:off x="7908566" y="4498602"/>
            <a:ext cx="3084114" cy="369332"/>
          </a:xfrm>
          <a:prstGeom prst="rect">
            <a:avLst/>
          </a:prstGeom>
          <a:noFill/>
        </p:spPr>
        <p:txBody>
          <a:bodyPr wrap="none" rtlCol="0">
            <a:spAutoFit/>
          </a:bodyPr>
          <a:lstStyle/>
          <a:p>
            <a:pPr algn="ctr"/>
            <a:r>
              <a:rPr lang="en-US" dirty="0">
                <a:solidFill>
                  <a:schemeClr val="bg2"/>
                </a:solidFill>
              </a:rPr>
              <a:t>https://</a:t>
            </a:r>
            <a:r>
              <a:rPr lang="en-US" dirty="0" err="1">
                <a:solidFill>
                  <a:schemeClr val="bg2"/>
                </a:solidFill>
              </a:rPr>
              <a:t>bit.ly</a:t>
            </a:r>
            <a:r>
              <a:rPr lang="en-US" dirty="0">
                <a:solidFill>
                  <a:schemeClr val="bg2"/>
                </a:solidFill>
              </a:rPr>
              <a:t>/vibe-coding-101</a:t>
            </a:r>
            <a:endParaRPr lang="en-TH" dirty="0">
              <a:solidFill>
                <a:schemeClr val="bg2"/>
              </a:solidFill>
            </a:endParaRPr>
          </a:p>
        </p:txBody>
      </p:sp>
    </p:spTree>
    <p:extLst>
      <p:ext uri="{BB962C8B-B14F-4D97-AF65-F5344CB8AC3E}">
        <p14:creationId xmlns:p14="http://schemas.microsoft.com/office/powerpoint/2010/main" val="2601488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Closeup of a keyboard">
            <a:extLst>
              <a:ext uri="{FF2B5EF4-FFF2-40B4-BE49-F238E27FC236}">
                <a16:creationId xmlns:a16="http://schemas.microsoft.com/office/drawing/2014/main" id="{0FBF52C8-4A8B-BD3B-2F3E-3DAA280A76BC}"/>
              </a:ext>
            </a:extLst>
          </p:cNvPr>
          <p:cNvPicPr>
            <a:picLocks noChangeAspect="1"/>
          </p:cNvPicPr>
          <p:nvPr/>
        </p:nvPicPr>
        <p:blipFill>
          <a:blip r:embed="rId3">
            <a:alphaModFix amt="50000"/>
          </a:blip>
          <a:srcRect b="13127"/>
          <a:stretch>
            <a:fillRect/>
          </a:stretch>
        </p:blipFill>
        <p:spPr>
          <a:xfrm>
            <a:off x="20" y="1"/>
            <a:ext cx="12191980" cy="6857999"/>
          </a:xfrm>
          <a:prstGeom prst="rect">
            <a:avLst/>
          </a:prstGeom>
        </p:spPr>
      </p:pic>
      <p:sp>
        <p:nvSpPr>
          <p:cNvPr id="3" name="Title 2">
            <a:extLst>
              <a:ext uri="{FF2B5EF4-FFF2-40B4-BE49-F238E27FC236}">
                <a16:creationId xmlns:a16="http://schemas.microsoft.com/office/drawing/2014/main" id="{EFA705A2-6BA4-615A-2F5E-1D0D9C64A2A7}"/>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dirty="0">
                <a:solidFill>
                  <a:srgbClr val="FFFFFF"/>
                </a:solidFill>
              </a:rPr>
              <a:t>Vibe code the program </a:t>
            </a:r>
            <a:br>
              <a:rPr lang="en-US" dirty="0">
                <a:solidFill>
                  <a:srgbClr val="FFFFFF"/>
                </a:solidFill>
              </a:rPr>
            </a:br>
            <a:r>
              <a:rPr lang="en-US" dirty="0">
                <a:solidFill>
                  <a:srgbClr val="FFFFFF"/>
                </a:solidFill>
              </a:rPr>
              <a:t>I will show you now</a:t>
            </a:r>
          </a:p>
        </p:txBody>
      </p:sp>
      <p:sp>
        <p:nvSpPr>
          <p:cNvPr id="4" name="Text Placeholder 3">
            <a:extLst>
              <a:ext uri="{FF2B5EF4-FFF2-40B4-BE49-F238E27FC236}">
                <a16:creationId xmlns:a16="http://schemas.microsoft.com/office/drawing/2014/main" id="{03EE4145-1FA0-A11B-AF7A-C87F4D6782AF}"/>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endParaRPr lang="en-US" dirty="0">
              <a:solidFill>
                <a:srgbClr val="FFFFFF"/>
              </a:solidFill>
            </a:endParaRPr>
          </a:p>
        </p:txBody>
      </p:sp>
      <p:sp>
        <p:nvSpPr>
          <p:cNvPr id="2" name="Date Placeholder 1">
            <a:extLst>
              <a:ext uri="{FF2B5EF4-FFF2-40B4-BE49-F238E27FC236}">
                <a16:creationId xmlns:a16="http://schemas.microsoft.com/office/drawing/2014/main" id="{A4A747A8-9DC0-F129-0E88-C4C613A7C170}"/>
              </a:ext>
            </a:extLst>
          </p:cNvPr>
          <p:cNvSpPr>
            <a:spLocks noGrp="1"/>
          </p:cNvSpPr>
          <p:nvPr>
            <p:ph type="dt" sz="half" idx="10"/>
          </p:nvPr>
        </p:nvSpPr>
        <p:spPr/>
        <p:txBody>
          <a:bodyPr/>
          <a:lstStyle/>
          <a:p>
            <a:fld id="{DB805A4E-ACEF-D348-A5AF-76D0842C49FF}" type="datetime5">
              <a:rPr lang="en-US" smtClean="0"/>
              <a:t>22-Jul-26</a:t>
            </a:fld>
            <a:endParaRPr lang="en-TH"/>
          </a:p>
        </p:txBody>
      </p:sp>
      <p:sp>
        <p:nvSpPr>
          <p:cNvPr id="7" name="Slide Number Placeholder 6">
            <a:extLst>
              <a:ext uri="{FF2B5EF4-FFF2-40B4-BE49-F238E27FC236}">
                <a16:creationId xmlns:a16="http://schemas.microsoft.com/office/drawing/2014/main" id="{C84A4330-EE53-29CE-A1D0-1E13762F01B2}"/>
              </a:ext>
            </a:extLst>
          </p:cNvPr>
          <p:cNvSpPr>
            <a:spLocks noGrp="1"/>
          </p:cNvSpPr>
          <p:nvPr>
            <p:ph type="sldNum" sz="quarter" idx="12"/>
          </p:nvPr>
        </p:nvSpPr>
        <p:spPr/>
        <p:txBody>
          <a:bodyPr/>
          <a:lstStyle/>
          <a:p>
            <a:fld id="{21F7FF55-A4C8-434F-9C7E-35C05141D3A5}" type="slidenum">
              <a:rPr lang="en-TH" smtClean="0"/>
              <a:t>2</a:t>
            </a:fld>
            <a:endParaRPr lang="en-TH"/>
          </a:p>
        </p:txBody>
      </p:sp>
    </p:spTree>
    <p:extLst>
      <p:ext uri="{BB962C8B-B14F-4D97-AF65-F5344CB8AC3E}">
        <p14:creationId xmlns:p14="http://schemas.microsoft.com/office/powerpoint/2010/main" val="40908135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BAC474-F271-C5F0-BB9B-6A9315037D9F}"/>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sz="4400" dirty="0"/>
              <a:t>Software Development </a:t>
            </a:r>
            <a:br>
              <a:rPr lang="en-US" sz="4400" dirty="0"/>
            </a:br>
            <a:r>
              <a:rPr lang="en-US" sz="4400" dirty="0"/>
              <a:t>Life Cycle (SDLC)</a:t>
            </a:r>
          </a:p>
        </p:txBody>
      </p:sp>
      <p:sp>
        <p:nvSpPr>
          <p:cNvPr id="3" name="Text Placeholder 2">
            <a:extLst>
              <a:ext uri="{FF2B5EF4-FFF2-40B4-BE49-F238E27FC236}">
                <a16:creationId xmlns:a16="http://schemas.microsoft.com/office/drawing/2014/main" id="{6E37CE26-5966-CFDE-4A4F-1C37F08E6E0A}"/>
              </a:ext>
            </a:extLst>
          </p:cNvPr>
          <p:cNvSpPr>
            <a:spLocks noGrp="1"/>
          </p:cNvSpPr>
          <p:nvPr>
            <p:ph type="body" idx="1"/>
          </p:nvPr>
        </p:nvSpPr>
        <p:spPr>
          <a:xfrm>
            <a:off x="643467" y="5277684"/>
            <a:ext cx="4620584" cy="775494"/>
          </a:xfrm>
        </p:spPr>
        <p:txBody>
          <a:bodyPr vert="horz" lIns="91440" tIns="45720" rIns="91440" bIns="45720" rtlCol="0">
            <a:normAutofit/>
          </a:bodyPr>
          <a:lstStyle/>
          <a:p>
            <a:r>
              <a:rPr lang="en-US" sz="1500" b="1" dirty="0">
                <a:solidFill>
                  <a:schemeClr val="tx1"/>
                </a:solidFill>
              </a:rPr>
              <a:t>CLO1</a:t>
            </a:r>
            <a:r>
              <a:rPr lang="en-US" sz="1500" dirty="0">
                <a:solidFill>
                  <a:schemeClr val="tx1"/>
                </a:solidFill>
              </a:rPr>
              <a:t> Recognize the key stages of the Software Development Life Cycle (SDLC) and how AI can support each stage.</a:t>
            </a:r>
          </a:p>
        </p:txBody>
      </p:sp>
      <p:pic>
        <p:nvPicPr>
          <p:cNvPr id="5" name="Picture 4" descr="A 3D pattern of ring shapes connected by lines">
            <a:extLst>
              <a:ext uri="{FF2B5EF4-FFF2-40B4-BE49-F238E27FC236}">
                <a16:creationId xmlns:a16="http://schemas.microsoft.com/office/drawing/2014/main" id="{9FD09CBE-16D9-053B-D880-9094C9204033}"/>
              </a:ext>
            </a:extLst>
          </p:cNvPr>
          <p:cNvPicPr>
            <a:picLocks noChangeAspect="1"/>
          </p:cNvPicPr>
          <p:nvPr/>
        </p:nvPicPr>
        <p:blipFill>
          <a:blip r:embed="rId2"/>
          <a:srcRect l="9185" r="41908"/>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4" name="Date Placeholder 3">
            <a:extLst>
              <a:ext uri="{FF2B5EF4-FFF2-40B4-BE49-F238E27FC236}">
                <a16:creationId xmlns:a16="http://schemas.microsoft.com/office/drawing/2014/main" id="{2E430B54-D34A-2DEC-26E5-23AE8E3379D8}"/>
              </a:ext>
            </a:extLst>
          </p:cNvPr>
          <p:cNvSpPr>
            <a:spLocks noGrp="1"/>
          </p:cNvSpPr>
          <p:nvPr>
            <p:ph type="dt" sz="half" idx="10"/>
          </p:nvPr>
        </p:nvSpPr>
        <p:spPr/>
        <p:txBody>
          <a:bodyPr/>
          <a:lstStyle/>
          <a:p>
            <a:fld id="{B27253AE-FBB0-5044-B6C9-162D75F4694D}" type="datetime5">
              <a:rPr lang="en-US" smtClean="0"/>
              <a:t>22-Jul-26</a:t>
            </a:fld>
            <a:endParaRPr lang="en-TH"/>
          </a:p>
        </p:txBody>
      </p:sp>
      <p:sp>
        <p:nvSpPr>
          <p:cNvPr id="7" name="Slide Number Placeholder 6">
            <a:extLst>
              <a:ext uri="{FF2B5EF4-FFF2-40B4-BE49-F238E27FC236}">
                <a16:creationId xmlns:a16="http://schemas.microsoft.com/office/drawing/2014/main" id="{34F4CBB3-FBA5-5CC0-EF6E-D6B74C131D78}"/>
              </a:ext>
            </a:extLst>
          </p:cNvPr>
          <p:cNvSpPr>
            <a:spLocks noGrp="1"/>
          </p:cNvSpPr>
          <p:nvPr>
            <p:ph type="sldNum" sz="quarter" idx="12"/>
          </p:nvPr>
        </p:nvSpPr>
        <p:spPr/>
        <p:txBody>
          <a:bodyPr/>
          <a:lstStyle/>
          <a:p>
            <a:fld id="{21F7FF55-A4C8-434F-9C7E-35C05141D3A5}" type="slidenum">
              <a:rPr lang="en-TH" smtClean="0"/>
              <a:t>3</a:t>
            </a:fld>
            <a:endParaRPr lang="en-TH"/>
          </a:p>
        </p:txBody>
      </p:sp>
    </p:spTree>
    <p:extLst>
      <p:ext uri="{BB962C8B-B14F-4D97-AF65-F5344CB8AC3E}">
        <p14:creationId xmlns:p14="http://schemas.microsoft.com/office/powerpoint/2010/main" val="693878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875E912-D745-CA0F-3B31-E80173702D9C}"/>
              </a:ext>
            </a:extLst>
          </p:cNvPr>
          <p:cNvSpPr>
            <a:spLocks noGrp="1"/>
          </p:cNvSpPr>
          <p:nvPr>
            <p:ph type="title"/>
          </p:nvPr>
        </p:nvSpPr>
        <p:spPr>
          <a:xfrm>
            <a:off x="838199" y="365125"/>
            <a:ext cx="10749197" cy="1325563"/>
          </a:xfrm>
        </p:spPr>
        <p:txBody>
          <a:bodyPr/>
          <a:lstStyle/>
          <a:p>
            <a:r>
              <a:rPr lang="en-TH" dirty="0"/>
              <a:t>The Risks of “Vibe Coding” with Vague Prompts</a:t>
            </a:r>
          </a:p>
        </p:txBody>
      </p:sp>
      <p:sp>
        <p:nvSpPr>
          <p:cNvPr id="6" name="Content Placeholder 5">
            <a:extLst>
              <a:ext uri="{FF2B5EF4-FFF2-40B4-BE49-F238E27FC236}">
                <a16:creationId xmlns:a16="http://schemas.microsoft.com/office/drawing/2014/main" id="{A32682CA-19BD-96F7-C46B-77967C002A03}"/>
              </a:ext>
            </a:extLst>
          </p:cNvPr>
          <p:cNvSpPr>
            <a:spLocks noGrp="1"/>
          </p:cNvSpPr>
          <p:nvPr>
            <p:ph idx="1"/>
          </p:nvPr>
        </p:nvSpPr>
        <p:spPr>
          <a:xfrm>
            <a:off x="838199" y="1825625"/>
            <a:ext cx="10944069" cy="4351338"/>
          </a:xfrm>
        </p:spPr>
        <p:txBody>
          <a:bodyPr>
            <a:normAutofit/>
          </a:bodyPr>
          <a:lstStyle/>
          <a:p>
            <a:pPr marL="0" indent="0">
              <a:lnSpc>
                <a:spcPct val="110000"/>
              </a:lnSpc>
              <a:buNone/>
            </a:pPr>
            <a:r>
              <a:rPr lang="en-TH" sz="2000" dirty="0"/>
              <a:t>When you replace precise engineering constraints with vague "vibes," AI guesses the implementation details.</a:t>
            </a:r>
          </a:p>
          <a:p>
            <a:pPr marL="0" indent="0">
              <a:lnSpc>
                <a:spcPct val="110000"/>
              </a:lnSpc>
              <a:buNone/>
            </a:pPr>
            <a:endParaRPr lang="en-TH" sz="2000" dirty="0"/>
          </a:p>
          <a:p>
            <a:pPr>
              <a:lnSpc>
                <a:spcPct val="110000"/>
              </a:lnSpc>
            </a:pPr>
            <a:r>
              <a:rPr lang="en-TH" sz="2000" b="1" dirty="0"/>
              <a:t>Architectural Spaghetti:</a:t>
            </a:r>
            <a:r>
              <a:rPr lang="en-TH" sz="2000" dirty="0"/>
              <a:t> Non-modular code that is impossible to scale.</a:t>
            </a:r>
          </a:p>
          <a:p>
            <a:pPr>
              <a:lnSpc>
                <a:spcPct val="110000"/>
              </a:lnSpc>
            </a:pPr>
            <a:r>
              <a:rPr lang="en-TH" sz="2000" b="1" dirty="0"/>
              <a:t>Context Blindness:</a:t>
            </a:r>
            <a:r>
              <a:rPr lang="en-TH" sz="2000" dirty="0"/>
              <a:t> Redundant, chatty code rewrites rapidly exhaust the AI's memory limit.</a:t>
            </a:r>
          </a:p>
          <a:p>
            <a:pPr>
              <a:lnSpc>
                <a:spcPct val="110000"/>
              </a:lnSpc>
            </a:pPr>
            <a:r>
              <a:rPr lang="en-TH" sz="2000" b="1" dirty="0"/>
              <a:t>Hidden Technical Debt:</a:t>
            </a:r>
            <a:r>
              <a:rPr lang="en-TH" sz="2000" dirty="0"/>
              <a:t> Missing edge cases, absent error handling, and severe security gaps.</a:t>
            </a:r>
          </a:p>
          <a:p>
            <a:pPr>
              <a:lnSpc>
                <a:spcPct val="110000"/>
              </a:lnSpc>
            </a:pPr>
            <a:r>
              <a:rPr lang="en-TH" sz="2000" b="1" dirty="0"/>
              <a:t>Loss of the Mental Map:</a:t>
            </a:r>
            <a:r>
              <a:rPr lang="en-TH" sz="2000" dirty="0"/>
              <a:t> Hard to debug when it inevitably breaks.</a:t>
            </a:r>
          </a:p>
          <a:p>
            <a:pPr>
              <a:lnSpc>
                <a:spcPct val="110000"/>
              </a:lnSpc>
            </a:pPr>
            <a:r>
              <a:rPr lang="en-TH" sz="2000" b="1" dirty="0"/>
              <a:t>The Hallucination Loop:</a:t>
            </a:r>
            <a:r>
              <a:rPr lang="en-TH" sz="2000" dirty="0"/>
              <a:t> Vague error reporting creates a spiral of progressively broken code.</a:t>
            </a:r>
          </a:p>
        </p:txBody>
      </p:sp>
      <p:sp>
        <p:nvSpPr>
          <p:cNvPr id="2" name="Date Placeholder 1">
            <a:extLst>
              <a:ext uri="{FF2B5EF4-FFF2-40B4-BE49-F238E27FC236}">
                <a16:creationId xmlns:a16="http://schemas.microsoft.com/office/drawing/2014/main" id="{AEA2866C-FDA3-FA2D-9E33-7965ADB35F6A}"/>
              </a:ext>
            </a:extLst>
          </p:cNvPr>
          <p:cNvSpPr>
            <a:spLocks noGrp="1"/>
          </p:cNvSpPr>
          <p:nvPr>
            <p:ph type="dt" sz="half" idx="10"/>
          </p:nvPr>
        </p:nvSpPr>
        <p:spPr/>
        <p:txBody>
          <a:bodyPr/>
          <a:lstStyle/>
          <a:p>
            <a:fld id="{4C0369BB-EC29-B346-A675-28B9A8180014}" type="datetime5">
              <a:rPr lang="en-US" smtClean="0"/>
              <a:t>22-Jul-26</a:t>
            </a:fld>
            <a:endParaRPr lang="en-TH"/>
          </a:p>
        </p:txBody>
      </p:sp>
      <p:sp>
        <p:nvSpPr>
          <p:cNvPr id="4" name="Slide Number Placeholder 3">
            <a:extLst>
              <a:ext uri="{FF2B5EF4-FFF2-40B4-BE49-F238E27FC236}">
                <a16:creationId xmlns:a16="http://schemas.microsoft.com/office/drawing/2014/main" id="{581D085A-E2BA-B691-3741-3D606F890F6D}"/>
              </a:ext>
            </a:extLst>
          </p:cNvPr>
          <p:cNvSpPr>
            <a:spLocks noGrp="1"/>
          </p:cNvSpPr>
          <p:nvPr>
            <p:ph type="sldNum" sz="quarter" idx="12"/>
          </p:nvPr>
        </p:nvSpPr>
        <p:spPr/>
        <p:txBody>
          <a:bodyPr/>
          <a:lstStyle/>
          <a:p>
            <a:fld id="{21F7FF55-A4C8-434F-9C7E-35C05141D3A5}" type="slidenum">
              <a:rPr lang="en-TH" smtClean="0"/>
              <a:t>4</a:t>
            </a:fld>
            <a:endParaRPr lang="en-TH"/>
          </a:p>
        </p:txBody>
      </p:sp>
    </p:spTree>
    <p:extLst>
      <p:ext uri="{BB962C8B-B14F-4D97-AF65-F5344CB8AC3E}">
        <p14:creationId xmlns:p14="http://schemas.microsoft.com/office/powerpoint/2010/main" val="1394410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1338800-37A8-4E49-8845-2E31E4DAD8B2}"/>
              </a:ext>
            </a:extLst>
          </p:cNvPr>
          <p:cNvSpPr>
            <a:spLocks noGrp="1"/>
          </p:cNvSpPr>
          <p:nvPr>
            <p:ph type="dt" sz="half" idx="10"/>
          </p:nvPr>
        </p:nvSpPr>
        <p:spPr/>
        <p:txBody>
          <a:bodyPr/>
          <a:lstStyle/>
          <a:p>
            <a:fld id="{4C6783B1-58B3-6C48-B896-DAFAECFBF28C}" type="datetime5">
              <a:rPr lang="en-US" smtClean="0"/>
              <a:t>22-Jul-26</a:t>
            </a:fld>
            <a:endParaRPr lang="en-TH"/>
          </a:p>
        </p:txBody>
      </p:sp>
      <p:sp>
        <p:nvSpPr>
          <p:cNvPr id="5" name="Slide Number Placeholder 4">
            <a:extLst>
              <a:ext uri="{FF2B5EF4-FFF2-40B4-BE49-F238E27FC236}">
                <a16:creationId xmlns:a16="http://schemas.microsoft.com/office/drawing/2014/main" id="{F0F62C6F-89B3-247C-26CC-6628C2A759C4}"/>
              </a:ext>
            </a:extLst>
          </p:cNvPr>
          <p:cNvSpPr>
            <a:spLocks noGrp="1"/>
          </p:cNvSpPr>
          <p:nvPr>
            <p:ph type="sldNum" sz="quarter" idx="12"/>
          </p:nvPr>
        </p:nvSpPr>
        <p:spPr/>
        <p:txBody>
          <a:bodyPr/>
          <a:lstStyle/>
          <a:p>
            <a:fld id="{21F7FF55-A4C8-434F-9C7E-35C05141D3A5}" type="slidenum">
              <a:rPr lang="en-TH" smtClean="0"/>
              <a:t>5</a:t>
            </a:fld>
            <a:endParaRPr lang="en-TH"/>
          </a:p>
        </p:txBody>
      </p:sp>
      <p:sp>
        <p:nvSpPr>
          <p:cNvPr id="6" name="Text 2">
            <a:extLst>
              <a:ext uri="{FF2B5EF4-FFF2-40B4-BE49-F238E27FC236}">
                <a16:creationId xmlns:a16="http://schemas.microsoft.com/office/drawing/2014/main" id="{E9A97BC1-E32C-4074-C1BF-C61D2EC7BCBA}"/>
              </a:ext>
            </a:extLst>
          </p:cNvPr>
          <p:cNvSpPr/>
          <p:nvPr/>
        </p:nvSpPr>
        <p:spPr>
          <a:xfrm>
            <a:off x="685782" y="404128"/>
            <a:ext cx="10107403" cy="704850"/>
          </a:xfrm>
          <a:prstGeom prst="rect">
            <a:avLst/>
          </a:prstGeom>
          <a:noFill/>
          <a:ln/>
        </p:spPr>
        <p:txBody>
          <a:bodyPr wrap="square" lIns="0" tIns="0" rIns="0" bIns="0" rtlCol="0" anchor="t"/>
          <a:lstStyle/>
          <a:p>
            <a:pPr marL="0" indent="0" algn="l">
              <a:buNone/>
            </a:pPr>
            <a:r>
              <a:rPr lang="en-US" sz="2650" b="1" dirty="0">
                <a:solidFill>
                  <a:srgbClr val="0B1328"/>
                </a:solidFill>
                <a:latin typeface="Helvetica Neue" pitchFamily="34" charset="0"/>
                <a:ea typeface="Helvetica Neue" pitchFamily="34" charset="-122"/>
                <a:cs typeface="Helvetica Neue" pitchFamily="34" charset="-120"/>
              </a:rPr>
              <a:t>The 7 Phases of the Software Development Life Cycle (SDLC)</a:t>
            </a:r>
            <a:endParaRPr lang="en-US" sz="2650" dirty="0"/>
          </a:p>
        </p:txBody>
      </p:sp>
      <p:graphicFrame>
        <p:nvGraphicFramePr>
          <p:cNvPr id="7" name="Table 0">
            <a:extLst>
              <a:ext uri="{FF2B5EF4-FFF2-40B4-BE49-F238E27FC236}">
                <a16:creationId xmlns:a16="http://schemas.microsoft.com/office/drawing/2014/main" id="{77BD8EAE-C523-5666-8EC9-573348D47A52}"/>
              </a:ext>
            </a:extLst>
          </p:cNvPr>
          <p:cNvGraphicFramePr>
            <a:graphicFrameLocks noGrp="1"/>
          </p:cNvGraphicFramePr>
          <p:nvPr>
            <p:extLst>
              <p:ext uri="{D42A27DB-BD31-4B8C-83A1-F6EECF244321}">
                <p14:modId xmlns:p14="http://schemas.microsoft.com/office/powerpoint/2010/main" val="202273600"/>
              </p:ext>
            </p:extLst>
          </p:nvPr>
        </p:nvGraphicFramePr>
        <p:xfrm>
          <a:off x="685782" y="1091071"/>
          <a:ext cx="10820437" cy="5144838"/>
        </p:xfrm>
        <a:graphic>
          <a:graphicData uri="http://schemas.openxmlformats.org/drawingml/2006/table">
            <a:tbl>
              <a:tblPr/>
              <a:tblGrid>
                <a:gridCol w="547177">
                  <a:extLst>
                    <a:ext uri="{9D8B030D-6E8A-4147-A177-3AD203B41FA5}">
                      <a16:colId xmlns:a16="http://schemas.microsoft.com/office/drawing/2014/main" val="20000"/>
                    </a:ext>
                  </a:extLst>
                </a:gridCol>
                <a:gridCol w="2581020">
                  <a:extLst>
                    <a:ext uri="{9D8B030D-6E8A-4147-A177-3AD203B41FA5}">
                      <a16:colId xmlns:a16="http://schemas.microsoft.com/office/drawing/2014/main" val="20001"/>
                    </a:ext>
                  </a:extLst>
                </a:gridCol>
                <a:gridCol w="2766435">
                  <a:extLst>
                    <a:ext uri="{9D8B030D-6E8A-4147-A177-3AD203B41FA5}">
                      <a16:colId xmlns:a16="http://schemas.microsoft.com/office/drawing/2014/main" val="20002"/>
                    </a:ext>
                  </a:extLst>
                </a:gridCol>
                <a:gridCol w="4925805">
                  <a:extLst>
                    <a:ext uri="{9D8B030D-6E8A-4147-A177-3AD203B41FA5}">
                      <a16:colId xmlns:a16="http://schemas.microsoft.com/office/drawing/2014/main" val="20003"/>
                    </a:ext>
                  </a:extLst>
                </a:gridCol>
              </a:tblGrid>
              <a:tr h="382111">
                <a:tc>
                  <a:txBody>
                    <a:bodyPr/>
                    <a:lstStyle/>
                    <a:p>
                      <a:pPr marL="0" indent="0" algn="ctr">
                        <a:buNone/>
                      </a:pPr>
                      <a:r>
                        <a:rPr lang="en-US" sz="1400" b="1" dirty="0">
                          <a:solidFill>
                            <a:srgbClr val="FFFFFF"/>
                          </a:solidFill>
                          <a:latin typeface="Helvetica Neue" pitchFamily="34" charset="0"/>
                          <a:ea typeface="Helvetica Neue" pitchFamily="34" charset="-122"/>
                          <a:cs typeface="Helvetica Neue" pitchFamily="34" charset="-120"/>
                        </a:rPr>
                        <a:t>#</a:t>
                      </a:r>
                      <a:endParaRPr lang="en-US" sz="1400" dirty="0">
                        <a:latin typeface="Helvetica Neue" charset="0"/>
                        <a:ea typeface="Helvetica Neue" charset="0"/>
                        <a:cs typeface="Helvetica Neue" charset="0"/>
                      </a:endParaRPr>
                    </a:p>
                  </a:txBody>
                  <a:tcPr marL="144000" marR="36576" marT="36576" marB="36576" anchor="ctr">
                    <a:lnL w="0" cap="flat" cmpd="sng" algn="ctr">
                      <a:noFill/>
                    </a:lnL>
                    <a:lnR w="19050" cap="flat" cmpd="sng" algn="ctr">
                      <a:solidFill>
                        <a:srgbClr val="F4F6F7"/>
                      </a:solidFill>
                      <a:prstDash val="solid"/>
                      <a:round/>
                      <a:headEnd type="none" w="med" len="med"/>
                      <a:tailEnd type="none" w="med" len="med"/>
                    </a:lnR>
                    <a:lnT w="0" cap="flat" cmpd="sng" algn="ctr">
                      <a:noFill/>
                    </a:lnT>
                    <a:lnB w="0" cap="flat" cmpd="sng" algn="ctr">
                      <a:noFill/>
                    </a:lnB>
                    <a:solidFill>
                      <a:srgbClr val="0B1328"/>
                    </a:solidFill>
                  </a:tcPr>
                </a:tc>
                <a:tc>
                  <a:txBody>
                    <a:bodyPr/>
                    <a:lstStyle/>
                    <a:p>
                      <a:pPr marL="0" indent="0" algn="l">
                        <a:buNone/>
                      </a:pPr>
                      <a:r>
                        <a:rPr lang="en-US" sz="1400" b="1" dirty="0">
                          <a:solidFill>
                            <a:srgbClr val="FFFFFF"/>
                          </a:solidFill>
                          <a:latin typeface="Helvetica Neue" pitchFamily="34" charset="0"/>
                          <a:ea typeface="Helvetica Neue" pitchFamily="34" charset="-122"/>
                          <a:cs typeface="Helvetica Neue" pitchFamily="34" charset="-120"/>
                        </a:rPr>
                        <a:t>PHASE</a:t>
                      </a:r>
                      <a:endParaRPr lang="en-US" sz="1400" dirty="0">
                        <a:latin typeface="Helvetica Neue" charset="0"/>
                        <a:ea typeface="Helvetica Neue" charset="0"/>
                        <a:cs typeface="Helvetica Neue" charset="0"/>
                      </a:endParaRPr>
                    </a:p>
                  </a:txBody>
                  <a:tcPr marL="144000" marR="36576" marT="36576" marB="36576" anchor="ctr">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0" cap="flat" cmpd="sng" algn="ctr">
                      <a:noFill/>
                    </a:lnT>
                    <a:lnB w="0" cap="flat" cmpd="sng" algn="ctr">
                      <a:noFill/>
                    </a:lnB>
                    <a:solidFill>
                      <a:srgbClr val="0B1328"/>
                    </a:solidFill>
                  </a:tcPr>
                </a:tc>
                <a:tc>
                  <a:txBody>
                    <a:bodyPr/>
                    <a:lstStyle/>
                    <a:p>
                      <a:pPr marL="0" indent="0" algn="l">
                        <a:buNone/>
                      </a:pPr>
                      <a:r>
                        <a:rPr lang="en-US" sz="1400" b="1" dirty="0">
                          <a:solidFill>
                            <a:srgbClr val="FFFFFF"/>
                          </a:solidFill>
                          <a:latin typeface="Helvetica Neue" pitchFamily="34" charset="0"/>
                          <a:ea typeface="Helvetica Neue" pitchFamily="34" charset="-122"/>
                          <a:cs typeface="Helvetica Neue" pitchFamily="34" charset="-120"/>
                        </a:rPr>
                        <a:t>GOAL</a:t>
                      </a:r>
                      <a:endParaRPr lang="en-US" sz="1400" dirty="0">
                        <a:latin typeface="Helvetica Neue" charset="0"/>
                        <a:ea typeface="Helvetica Neue" charset="0"/>
                        <a:cs typeface="Helvetica Neue" charset="0"/>
                      </a:endParaRPr>
                    </a:p>
                  </a:txBody>
                  <a:tcPr marL="144000" marR="36576" marT="36576" marB="36576" anchor="ctr">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0" cap="flat" cmpd="sng" algn="ctr">
                      <a:noFill/>
                    </a:lnT>
                    <a:lnB w="0" cap="flat" cmpd="sng" algn="ctr">
                      <a:noFill/>
                    </a:lnB>
                    <a:solidFill>
                      <a:srgbClr val="0B1328"/>
                    </a:solidFill>
                  </a:tcPr>
                </a:tc>
                <a:tc>
                  <a:txBody>
                    <a:bodyPr/>
                    <a:lstStyle/>
                    <a:p>
                      <a:pPr marL="0" indent="0" algn="l">
                        <a:buNone/>
                      </a:pPr>
                      <a:r>
                        <a:rPr lang="en-US" sz="1400" b="1" dirty="0">
                          <a:solidFill>
                            <a:srgbClr val="FFFFFF"/>
                          </a:solidFill>
                          <a:latin typeface="Helvetica Neue" pitchFamily="34" charset="0"/>
                          <a:ea typeface="Helvetica Neue" pitchFamily="34" charset="-122"/>
                          <a:cs typeface="Helvetica Neue" pitchFamily="34" charset="-120"/>
                        </a:rPr>
                        <a:t>WHAT HAPPENS</a:t>
                      </a:r>
                      <a:endParaRPr lang="en-US" sz="1400" dirty="0">
                        <a:latin typeface="Helvetica Neue" charset="0"/>
                        <a:ea typeface="Helvetica Neue" charset="0"/>
                        <a:cs typeface="Helvetica Neue" charset="0"/>
                      </a:endParaRPr>
                    </a:p>
                  </a:txBody>
                  <a:tcPr marL="144000" marR="36576" marT="36576" marB="36576" anchor="ctr">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0" cap="flat" cmpd="sng" algn="ctr">
                      <a:noFill/>
                    </a:lnT>
                    <a:lnB w="0" cap="flat" cmpd="sng" algn="ctr">
                      <a:noFill/>
                    </a:lnB>
                    <a:solidFill>
                      <a:srgbClr val="0B1328"/>
                    </a:solidFill>
                  </a:tcPr>
                </a:tc>
                <a:extLst>
                  <a:ext uri="{0D108BD9-81ED-4DB2-BD59-A6C34878D82A}">
                    <a16:rowId xmlns:a16="http://schemas.microsoft.com/office/drawing/2014/main" val="10000"/>
                  </a:ext>
                </a:extLst>
              </a:tr>
              <a:tr h="699824">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1</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Planning &amp; </a:t>
                      </a:r>
                    </a:p>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Requirement Analysis</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Figure out </a:t>
                      </a:r>
                      <a:r>
                        <a:rPr lang="en-US" sz="1400" b="1" dirty="0">
                          <a:solidFill>
                            <a:srgbClr val="0B1328"/>
                          </a:solidFill>
                          <a:latin typeface="Helvetica Neue" pitchFamily="34" charset="0"/>
                          <a:ea typeface="Helvetica Neue" pitchFamily="34" charset="-122"/>
                          <a:cs typeface="Helvetica Neue" pitchFamily="34" charset="-120"/>
                        </a:rPr>
                        <a:t>what</a:t>
                      </a:r>
                      <a:r>
                        <a:rPr lang="en-US" sz="1400" dirty="0">
                          <a:solidFill>
                            <a:srgbClr val="0B1328"/>
                          </a:solidFill>
                          <a:latin typeface="Helvetica Neue" pitchFamily="34" charset="0"/>
                          <a:ea typeface="Helvetica Neue" pitchFamily="34" charset="-122"/>
                          <a:cs typeface="Helvetica Neue" pitchFamily="34" charset="-120"/>
                        </a:rPr>
                        <a:t> we are building and </a:t>
                      </a:r>
                      <a:r>
                        <a:rPr lang="en-US" sz="1400" b="1" dirty="0">
                          <a:solidFill>
                            <a:srgbClr val="0B1328"/>
                          </a:solidFill>
                          <a:latin typeface="Helvetica Neue" pitchFamily="34" charset="0"/>
                          <a:ea typeface="Helvetica Neue" pitchFamily="34" charset="-122"/>
                          <a:cs typeface="Helvetica Neue" pitchFamily="34" charset="-120"/>
                        </a:rPr>
                        <a:t>why</a:t>
                      </a:r>
                      <a:r>
                        <a:rPr lang="en-US" sz="1400" dirty="0">
                          <a:solidFill>
                            <a:srgbClr val="0B1328"/>
                          </a:solidFill>
                          <a:latin typeface="Helvetica Neue" pitchFamily="34" charset="0"/>
                          <a:ea typeface="Helvetica Neue" pitchFamily="34" charset="-122"/>
                          <a:cs typeface="Helvetica Neue" pitchFamily="34" charset="-120"/>
                        </a:rPr>
                        <a:t>.</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Meet stakeholders, calculate costs, define the audience, identify risks, and test feasibility.</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672531">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2</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Defining Requirements</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Document everything the software must do.</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Translate user needs into technical requirements and compile the </a:t>
                      </a:r>
                      <a:r>
                        <a:rPr lang="en-US" sz="1400" b="1" dirty="0">
                          <a:solidFill>
                            <a:srgbClr val="0B1328"/>
                          </a:solidFill>
                          <a:latin typeface="Helvetica Neue" pitchFamily="34" charset="0"/>
                          <a:ea typeface="Helvetica Neue" pitchFamily="34" charset="-122"/>
                          <a:cs typeface="Helvetica Neue" pitchFamily="34" charset="-120"/>
                        </a:rPr>
                        <a:t>SRS</a:t>
                      </a:r>
                      <a:r>
                        <a:rPr lang="en-US" sz="1400" dirty="0">
                          <a:solidFill>
                            <a:srgbClr val="0B1328"/>
                          </a:solidFill>
                          <a:latin typeface="Helvetica Neue" pitchFamily="34" charset="0"/>
                          <a:ea typeface="Helvetica Neue" pitchFamily="34" charset="-122"/>
                          <a:cs typeface="Helvetica Neue" pitchFamily="34" charset="-120"/>
                        </a:rPr>
                        <a:t> as the team’s source of truth.</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672531">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3</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Architectural Design</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Figure out </a:t>
                      </a:r>
                      <a:r>
                        <a:rPr lang="en-US" sz="1400" b="1" dirty="0">
                          <a:solidFill>
                            <a:srgbClr val="0B1328"/>
                          </a:solidFill>
                          <a:latin typeface="Helvetica Neue" pitchFamily="34" charset="0"/>
                          <a:ea typeface="Helvetica Neue" pitchFamily="34" charset="-122"/>
                          <a:cs typeface="Helvetica Neue" pitchFamily="34" charset="-120"/>
                        </a:rPr>
                        <a:t>how</a:t>
                      </a:r>
                      <a:r>
                        <a:rPr lang="en-US" sz="1400" dirty="0">
                          <a:solidFill>
                            <a:srgbClr val="0B1328"/>
                          </a:solidFill>
                          <a:latin typeface="Helvetica Neue" pitchFamily="34" charset="0"/>
                          <a:ea typeface="Helvetica Neue" pitchFamily="34" charset="-122"/>
                          <a:cs typeface="Helvetica Neue" pitchFamily="34" charset="-120"/>
                        </a:rPr>
                        <a:t> we are going to build it.</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Choose the </a:t>
                      </a:r>
                      <a:r>
                        <a:rPr lang="en-US" sz="1400" b="1" dirty="0">
                          <a:solidFill>
                            <a:srgbClr val="0B1328"/>
                          </a:solidFill>
                          <a:latin typeface="Helvetica Neue" pitchFamily="34" charset="0"/>
                          <a:ea typeface="Helvetica Neue" pitchFamily="34" charset="-122"/>
                          <a:cs typeface="Helvetica Neue" pitchFamily="34" charset="-120"/>
                        </a:rPr>
                        <a:t>tech</a:t>
                      </a:r>
                      <a:r>
                        <a:rPr lang="en-US" sz="1400" dirty="0">
                          <a:solidFill>
                            <a:srgbClr val="0B1328"/>
                          </a:solidFill>
                          <a:latin typeface="Helvetica Neue" pitchFamily="34" charset="0"/>
                          <a:ea typeface="Helvetica Neue" pitchFamily="34" charset="-122"/>
                          <a:cs typeface="Helvetica Neue" pitchFamily="34" charset="-120"/>
                        </a:rPr>
                        <a:t> stack, database design, system architecture, modules, and APIs.</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665706">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4</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Software Development</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Actually </a:t>
                      </a:r>
                      <a:r>
                        <a:rPr lang="en-US" sz="1400" b="1" dirty="0">
                          <a:solidFill>
                            <a:srgbClr val="0B1328"/>
                          </a:solidFill>
                          <a:latin typeface="Helvetica Neue" pitchFamily="34" charset="0"/>
                          <a:ea typeface="Helvetica Neue" pitchFamily="34" charset="-122"/>
                          <a:cs typeface="Helvetica Neue" pitchFamily="34" charset="-120"/>
                        </a:rPr>
                        <a:t>build</a:t>
                      </a:r>
                      <a:r>
                        <a:rPr lang="en-US" sz="1400" dirty="0">
                          <a:solidFill>
                            <a:srgbClr val="0B1328"/>
                          </a:solidFill>
                          <a:latin typeface="Helvetica Neue" pitchFamily="34" charset="0"/>
                          <a:ea typeface="Helvetica Neue" pitchFamily="34" charset="-122"/>
                          <a:cs typeface="Helvetica Neue" pitchFamily="34" charset="-120"/>
                        </a:rPr>
                        <a:t> the thing.</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Developers write code from the design blueprint, usually through smaller tasks or sprints.</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699824">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5</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Testing &amp; </a:t>
                      </a:r>
                    </a:p>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Quality Assurance</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Find what is broken before users do.</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QA </a:t>
                      </a:r>
                      <a:r>
                        <a:rPr lang="en-US" sz="1400" b="1" dirty="0">
                          <a:solidFill>
                            <a:srgbClr val="0B1328"/>
                          </a:solidFill>
                          <a:latin typeface="Helvetica Neue" pitchFamily="34" charset="0"/>
                          <a:ea typeface="Helvetica Neue" pitchFamily="34" charset="-122"/>
                          <a:cs typeface="Helvetica Neue" pitchFamily="34" charset="-120"/>
                        </a:rPr>
                        <a:t>tests</a:t>
                      </a:r>
                      <a:r>
                        <a:rPr lang="en-US" sz="1400" dirty="0">
                          <a:solidFill>
                            <a:srgbClr val="0B1328"/>
                          </a:solidFill>
                          <a:latin typeface="Helvetica Neue" pitchFamily="34" charset="0"/>
                          <a:ea typeface="Helvetica Neue" pitchFamily="34" charset="-122"/>
                          <a:cs typeface="Helvetica Neue" pitchFamily="34" charset="-120"/>
                        </a:rPr>
                        <a:t> bugs, security vulnerabilities, performance bottlenecks, and fit to Phase 2 requirements.</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665920">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6</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Deployment</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Release</a:t>
                      </a:r>
                      <a:r>
                        <a:rPr lang="en-US" sz="1400" dirty="0">
                          <a:solidFill>
                            <a:srgbClr val="0B1328"/>
                          </a:solidFill>
                          <a:latin typeface="Helvetica Neue" pitchFamily="34" charset="0"/>
                          <a:ea typeface="Helvetica Neue" pitchFamily="34" charset="-122"/>
                          <a:cs typeface="Helvetica Neue" pitchFamily="34" charset="-120"/>
                        </a:rPr>
                        <a:t> the software to the world.</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Stable code is pushed to production all at once, as a beta, or through a rolling release.</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r h="686391">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7</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Maintenance &amp; Operations</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Keep the software alive and well.</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Fix new bugs, optimize performance, and release updates or features from user feedback.</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734531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F80A4-3760-DF29-D563-56AB85E9DDB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E4BC965-F660-33CE-FB6E-948493C775BB}"/>
              </a:ext>
            </a:extLst>
          </p:cNvPr>
          <p:cNvSpPr>
            <a:spLocks noGrp="1"/>
          </p:cNvSpPr>
          <p:nvPr>
            <p:ph type="dt" sz="half" idx="10"/>
          </p:nvPr>
        </p:nvSpPr>
        <p:spPr/>
        <p:txBody>
          <a:bodyPr/>
          <a:lstStyle/>
          <a:p>
            <a:fld id="{BE84D1C2-DEDA-7A41-89F1-5B549FDF1F7E}" type="datetime5">
              <a:rPr lang="en-US" smtClean="0"/>
              <a:t>22-Jul-26</a:t>
            </a:fld>
            <a:endParaRPr lang="en-TH"/>
          </a:p>
        </p:txBody>
      </p:sp>
      <p:sp>
        <p:nvSpPr>
          <p:cNvPr id="5" name="Slide Number Placeholder 4">
            <a:extLst>
              <a:ext uri="{FF2B5EF4-FFF2-40B4-BE49-F238E27FC236}">
                <a16:creationId xmlns:a16="http://schemas.microsoft.com/office/drawing/2014/main" id="{ABDCE298-1274-DB58-97A3-CB67F654BE14}"/>
              </a:ext>
            </a:extLst>
          </p:cNvPr>
          <p:cNvSpPr>
            <a:spLocks noGrp="1"/>
          </p:cNvSpPr>
          <p:nvPr>
            <p:ph type="sldNum" sz="quarter" idx="12"/>
          </p:nvPr>
        </p:nvSpPr>
        <p:spPr/>
        <p:txBody>
          <a:bodyPr/>
          <a:lstStyle/>
          <a:p>
            <a:fld id="{21F7FF55-A4C8-434F-9C7E-35C05141D3A5}" type="slidenum">
              <a:rPr lang="en-TH" smtClean="0"/>
              <a:t>6</a:t>
            </a:fld>
            <a:endParaRPr lang="en-TH"/>
          </a:p>
        </p:txBody>
      </p:sp>
      <p:sp>
        <p:nvSpPr>
          <p:cNvPr id="6" name="Text 2">
            <a:extLst>
              <a:ext uri="{FF2B5EF4-FFF2-40B4-BE49-F238E27FC236}">
                <a16:creationId xmlns:a16="http://schemas.microsoft.com/office/drawing/2014/main" id="{B810BA55-CE91-D3AD-EA23-9430AED3EBED}"/>
              </a:ext>
            </a:extLst>
          </p:cNvPr>
          <p:cNvSpPr/>
          <p:nvPr/>
        </p:nvSpPr>
        <p:spPr>
          <a:xfrm>
            <a:off x="685782" y="404128"/>
            <a:ext cx="10107403" cy="704850"/>
          </a:xfrm>
          <a:prstGeom prst="rect">
            <a:avLst/>
          </a:prstGeom>
          <a:noFill/>
          <a:ln/>
        </p:spPr>
        <p:txBody>
          <a:bodyPr wrap="square" lIns="0" tIns="0" rIns="0" bIns="0" rtlCol="0" anchor="t"/>
          <a:lstStyle/>
          <a:p>
            <a:pPr marL="0" indent="0" algn="l">
              <a:buNone/>
            </a:pPr>
            <a:r>
              <a:rPr lang="en-US" sz="2650" b="1" dirty="0">
                <a:solidFill>
                  <a:srgbClr val="0B1328"/>
                </a:solidFill>
                <a:latin typeface="Helvetica Neue" pitchFamily="34" charset="0"/>
                <a:ea typeface="Helvetica Neue" pitchFamily="34" charset="-122"/>
                <a:cs typeface="Helvetica Neue" pitchFamily="34" charset="-120"/>
              </a:rPr>
              <a:t>The 7 Phases of the Software Development Life Cycle (SDLC)</a:t>
            </a:r>
            <a:endParaRPr lang="en-US" sz="2650" dirty="0"/>
          </a:p>
        </p:txBody>
      </p:sp>
      <p:graphicFrame>
        <p:nvGraphicFramePr>
          <p:cNvPr id="7" name="Table 0">
            <a:extLst>
              <a:ext uri="{FF2B5EF4-FFF2-40B4-BE49-F238E27FC236}">
                <a16:creationId xmlns:a16="http://schemas.microsoft.com/office/drawing/2014/main" id="{CCE00928-6C4E-C036-C878-F48248900091}"/>
              </a:ext>
            </a:extLst>
          </p:cNvPr>
          <p:cNvGraphicFramePr>
            <a:graphicFrameLocks noGrp="1"/>
          </p:cNvGraphicFramePr>
          <p:nvPr>
            <p:extLst>
              <p:ext uri="{D42A27DB-BD31-4B8C-83A1-F6EECF244321}">
                <p14:modId xmlns:p14="http://schemas.microsoft.com/office/powerpoint/2010/main" val="1117743833"/>
              </p:ext>
            </p:extLst>
          </p:nvPr>
        </p:nvGraphicFramePr>
        <p:xfrm>
          <a:off x="685782" y="1091071"/>
          <a:ext cx="5894632" cy="5144838"/>
        </p:xfrm>
        <a:graphic>
          <a:graphicData uri="http://schemas.openxmlformats.org/drawingml/2006/table">
            <a:tbl>
              <a:tblPr/>
              <a:tblGrid>
                <a:gridCol w="547177">
                  <a:extLst>
                    <a:ext uri="{9D8B030D-6E8A-4147-A177-3AD203B41FA5}">
                      <a16:colId xmlns:a16="http://schemas.microsoft.com/office/drawing/2014/main" val="20000"/>
                    </a:ext>
                  </a:extLst>
                </a:gridCol>
                <a:gridCol w="2581020">
                  <a:extLst>
                    <a:ext uri="{9D8B030D-6E8A-4147-A177-3AD203B41FA5}">
                      <a16:colId xmlns:a16="http://schemas.microsoft.com/office/drawing/2014/main" val="20001"/>
                    </a:ext>
                  </a:extLst>
                </a:gridCol>
                <a:gridCol w="2766435">
                  <a:extLst>
                    <a:ext uri="{9D8B030D-6E8A-4147-A177-3AD203B41FA5}">
                      <a16:colId xmlns:a16="http://schemas.microsoft.com/office/drawing/2014/main" val="20002"/>
                    </a:ext>
                  </a:extLst>
                </a:gridCol>
              </a:tblGrid>
              <a:tr h="382111">
                <a:tc>
                  <a:txBody>
                    <a:bodyPr/>
                    <a:lstStyle/>
                    <a:p>
                      <a:pPr marL="0" indent="0" algn="ctr">
                        <a:buNone/>
                      </a:pPr>
                      <a:r>
                        <a:rPr lang="en-US" sz="1400" b="1" dirty="0">
                          <a:solidFill>
                            <a:srgbClr val="FFFFFF"/>
                          </a:solidFill>
                          <a:latin typeface="Helvetica Neue" pitchFamily="34" charset="0"/>
                          <a:ea typeface="Helvetica Neue" pitchFamily="34" charset="-122"/>
                          <a:cs typeface="Helvetica Neue" pitchFamily="34" charset="-120"/>
                        </a:rPr>
                        <a:t>#</a:t>
                      </a:r>
                      <a:endParaRPr lang="en-US" sz="1400" dirty="0">
                        <a:latin typeface="Helvetica Neue" charset="0"/>
                        <a:ea typeface="Helvetica Neue" charset="0"/>
                        <a:cs typeface="Helvetica Neue" charset="0"/>
                      </a:endParaRPr>
                    </a:p>
                  </a:txBody>
                  <a:tcPr marL="144000" marR="36576" marT="36576" marB="36576" anchor="ctr">
                    <a:lnL w="0" cap="flat" cmpd="sng" algn="ctr">
                      <a:noFill/>
                    </a:lnL>
                    <a:lnR w="19050" cap="flat" cmpd="sng" algn="ctr">
                      <a:solidFill>
                        <a:srgbClr val="F4F6F7"/>
                      </a:solidFill>
                      <a:prstDash val="solid"/>
                      <a:round/>
                      <a:headEnd type="none" w="med" len="med"/>
                      <a:tailEnd type="none" w="med" len="med"/>
                    </a:lnR>
                    <a:lnT w="0" cap="flat" cmpd="sng" algn="ctr">
                      <a:noFill/>
                    </a:lnT>
                    <a:lnB w="0" cap="flat" cmpd="sng" algn="ctr">
                      <a:noFill/>
                    </a:lnB>
                    <a:solidFill>
                      <a:srgbClr val="0B1328"/>
                    </a:solidFill>
                  </a:tcPr>
                </a:tc>
                <a:tc>
                  <a:txBody>
                    <a:bodyPr/>
                    <a:lstStyle/>
                    <a:p>
                      <a:pPr marL="0" indent="0" algn="l">
                        <a:buNone/>
                      </a:pPr>
                      <a:r>
                        <a:rPr lang="en-US" sz="1400" b="1" dirty="0">
                          <a:solidFill>
                            <a:srgbClr val="FFFFFF"/>
                          </a:solidFill>
                          <a:latin typeface="Helvetica Neue" pitchFamily="34" charset="0"/>
                          <a:ea typeface="Helvetica Neue" pitchFamily="34" charset="-122"/>
                          <a:cs typeface="Helvetica Neue" pitchFamily="34" charset="-120"/>
                        </a:rPr>
                        <a:t>PHASE</a:t>
                      </a:r>
                      <a:endParaRPr lang="en-US" sz="1400" dirty="0">
                        <a:latin typeface="Helvetica Neue" charset="0"/>
                        <a:ea typeface="Helvetica Neue" charset="0"/>
                        <a:cs typeface="Helvetica Neue" charset="0"/>
                      </a:endParaRPr>
                    </a:p>
                  </a:txBody>
                  <a:tcPr marL="144000" marR="36576" marT="36576" marB="36576" anchor="ctr">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0" cap="flat" cmpd="sng" algn="ctr">
                      <a:noFill/>
                    </a:lnT>
                    <a:lnB w="0" cap="flat" cmpd="sng" algn="ctr">
                      <a:noFill/>
                    </a:lnB>
                    <a:solidFill>
                      <a:srgbClr val="0B1328"/>
                    </a:solidFill>
                  </a:tcPr>
                </a:tc>
                <a:tc>
                  <a:txBody>
                    <a:bodyPr/>
                    <a:lstStyle/>
                    <a:p>
                      <a:pPr marL="0" indent="0" algn="l">
                        <a:buNone/>
                      </a:pPr>
                      <a:r>
                        <a:rPr lang="en-US" sz="1400" b="1" dirty="0">
                          <a:solidFill>
                            <a:srgbClr val="FFFFFF"/>
                          </a:solidFill>
                          <a:latin typeface="Helvetica Neue" pitchFamily="34" charset="0"/>
                          <a:ea typeface="Helvetica Neue" pitchFamily="34" charset="-122"/>
                          <a:cs typeface="Helvetica Neue" pitchFamily="34" charset="-120"/>
                        </a:rPr>
                        <a:t>GOAL</a:t>
                      </a:r>
                      <a:endParaRPr lang="en-US" sz="1400" dirty="0">
                        <a:latin typeface="Helvetica Neue" charset="0"/>
                        <a:ea typeface="Helvetica Neue" charset="0"/>
                        <a:cs typeface="Helvetica Neue" charset="0"/>
                      </a:endParaRPr>
                    </a:p>
                  </a:txBody>
                  <a:tcPr marL="144000" marR="36576" marT="36576" marB="36576" anchor="ctr">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0" cap="flat" cmpd="sng" algn="ctr">
                      <a:noFill/>
                    </a:lnT>
                    <a:lnB w="0" cap="flat" cmpd="sng" algn="ctr">
                      <a:noFill/>
                    </a:lnB>
                    <a:solidFill>
                      <a:srgbClr val="0B1328"/>
                    </a:solidFill>
                  </a:tcPr>
                </a:tc>
                <a:extLst>
                  <a:ext uri="{0D108BD9-81ED-4DB2-BD59-A6C34878D82A}">
                    <a16:rowId xmlns:a16="http://schemas.microsoft.com/office/drawing/2014/main" val="10000"/>
                  </a:ext>
                </a:extLst>
              </a:tr>
              <a:tr h="699824">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1</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Planning &amp; </a:t>
                      </a:r>
                    </a:p>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Requirement Analysis</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Figure out </a:t>
                      </a:r>
                      <a:r>
                        <a:rPr lang="en-US" sz="1400" b="1" dirty="0">
                          <a:solidFill>
                            <a:srgbClr val="0B1328"/>
                          </a:solidFill>
                          <a:latin typeface="Helvetica Neue" pitchFamily="34" charset="0"/>
                          <a:ea typeface="Helvetica Neue" pitchFamily="34" charset="-122"/>
                          <a:cs typeface="Helvetica Neue" pitchFamily="34" charset="-120"/>
                        </a:rPr>
                        <a:t>what</a:t>
                      </a:r>
                      <a:r>
                        <a:rPr lang="en-US" sz="1400" dirty="0">
                          <a:solidFill>
                            <a:srgbClr val="0B1328"/>
                          </a:solidFill>
                          <a:latin typeface="Helvetica Neue" pitchFamily="34" charset="0"/>
                          <a:ea typeface="Helvetica Neue" pitchFamily="34" charset="-122"/>
                          <a:cs typeface="Helvetica Neue" pitchFamily="34" charset="-120"/>
                        </a:rPr>
                        <a:t> we are building and </a:t>
                      </a:r>
                      <a:r>
                        <a:rPr lang="en-US" sz="1400" b="1" dirty="0">
                          <a:solidFill>
                            <a:srgbClr val="0B1328"/>
                          </a:solidFill>
                          <a:latin typeface="Helvetica Neue" pitchFamily="34" charset="0"/>
                          <a:ea typeface="Helvetica Neue" pitchFamily="34" charset="-122"/>
                          <a:cs typeface="Helvetica Neue" pitchFamily="34" charset="-120"/>
                        </a:rPr>
                        <a:t>why</a:t>
                      </a:r>
                      <a:r>
                        <a:rPr lang="en-US" sz="1400" dirty="0">
                          <a:solidFill>
                            <a:srgbClr val="0B1328"/>
                          </a:solidFill>
                          <a:latin typeface="Helvetica Neue" pitchFamily="34" charset="0"/>
                          <a:ea typeface="Helvetica Neue" pitchFamily="34" charset="-122"/>
                          <a:cs typeface="Helvetica Neue" pitchFamily="34" charset="-120"/>
                        </a:rPr>
                        <a:t>.</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672531">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2</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Defining Requirements</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Document everything the software must do.</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672531">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3</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Architectural Design</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Figure out </a:t>
                      </a:r>
                      <a:r>
                        <a:rPr lang="en-US" sz="1400" b="1" dirty="0">
                          <a:solidFill>
                            <a:srgbClr val="0B1328"/>
                          </a:solidFill>
                          <a:latin typeface="Helvetica Neue" pitchFamily="34" charset="0"/>
                          <a:ea typeface="Helvetica Neue" pitchFamily="34" charset="-122"/>
                          <a:cs typeface="Helvetica Neue" pitchFamily="34" charset="-120"/>
                        </a:rPr>
                        <a:t>how</a:t>
                      </a:r>
                      <a:r>
                        <a:rPr lang="en-US" sz="1400" dirty="0">
                          <a:solidFill>
                            <a:srgbClr val="0B1328"/>
                          </a:solidFill>
                          <a:latin typeface="Helvetica Neue" pitchFamily="34" charset="0"/>
                          <a:ea typeface="Helvetica Neue" pitchFamily="34" charset="-122"/>
                          <a:cs typeface="Helvetica Neue" pitchFamily="34" charset="-120"/>
                        </a:rPr>
                        <a:t> we are going to build it.</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665706">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4</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Software Development</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Actually </a:t>
                      </a:r>
                      <a:r>
                        <a:rPr lang="en-US" sz="1400" b="1" dirty="0">
                          <a:solidFill>
                            <a:srgbClr val="0B1328"/>
                          </a:solidFill>
                          <a:latin typeface="Helvetica Neue" pitchFamily="34" charset="0"/>
                          <a:ea typeface="Helvetica Neue" pitchFamily="34" charset="-122"/>
                          <a:cs typeface="Helvetica Neue" pitchFamily="34" charset="-120"/>
                        </a:rPr>
                        <a:t>build</a:t>
                      </a:r>
                      <a:r>
                        <a:rPr lang="en-US" sz="1400" dirty="0">
                          <a:solidFill>
                            <a:srgbClr val="0B1328"/>
                          </a:solidFill>
                          <a:latin typeface="Helvetica Neue" pitchFamily="34" charset="0"/>
                          <a:ea typeface="Helvetica Neue" pitchFamily="34" charset="-122"/>
                          <a:cs typeface="Helvetica Neue" pitchFamily="34" charset="-120"/>
                        </a:rPr>
                        <a:t> the thing.</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699824">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5</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Testing &amp; </a:t>
                      </a:r>
                    </a:p>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Quality Assurance</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Find what is broken before users do.</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665920">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6</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Deployment</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Release</a:t>
                      </a:r>
                      <a:r>
                        <a:rPr lang="en-US" sz="1400" dirty="0">
                          <a:solidFill>
                            <a:srgbClr val="0B1328"/>
                          </a:solidFill>
                          <a:latin typeface="Helvetica Neue" pitchFamily="34" charset="0"/>
                          <a:ea typeface="Helvetica Neue" pitchFamily="34" charset="-122"/>
                          <a:cs typeface="Helvetica Neue" pitchFamily="34" charset="-120"/>
                        </a:rPr>
                        <a:t> the software to the world.</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r h="686391">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7</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Maintenance &amp; Operations</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Keep the software alive and well.</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7"/>
                  </a:ext>
                </a:extLst>
              </a:tr>
            </a:tbl>
          </a:graphicData>
        </a:graphic>
      </p:graphicFrame>
      <p:grpSp>
        <p:nvGrpSpPr>
          <p:cNvPr id="2" name="Group 1">
            <a:extLst>
              <a:ext uri="{FF2B5EF4-FFF2-40B4-BE49-F238E27FC236}">
                <a16:creationId xmlns:a16="http://schemas.microsoft.com/office/drawing/2014/main" id="{0E81D763-F9CB-E40D-BC7A-68E927489AB7}"/>
              </a:ext>
            </a:extLst>
          </p:cNvPr>
          <p:cNvGrpSpPr/>
          <p:nvPr/>
        </p:nvGrpSpPr>
        <p:grpSpPr>
          <a:xfrm>
            <a:off x="8423639" y="1225887"/>
            <a:ext cx="1574800" cy="1574800"/>
            <a:chOff x="8483599" y="1854200"/>
            <a:chExt cx="1574800" cy="1574800"/>
          </a:xfrm>
        </p:grpSpPr>
        <p:sp>
          <p:nvSpPr>
            <p:cNvPr id="3" name="Oval 2">
              <a:extLst>
                <a:ext uri="{FF2B5EF4-FFF2-40B4-BE49-F238E27FC236}">
                  <a16:creationId xmlns:a16="http://schemas.microsoft.com/office/drawing/2014/main" id="{768ACE2B-4767-D183-CFAD-54DE2A843A62}"/>
                </a:ext>
              </a:extLst>
            </p:cNvPr>
            <p:cNvSpPr/>
            <p:nvPr/>
          </p:nvSpPr>
          <p:spPr>
            <a:xfrm>
              <a:off x="8483599" y="1854200"/>
              <a:ext cx="1574800" cy="1574800"/>
            </a:xfrm>
            <a:prstGeom prst="ellipse">
              <a:avLst/>
            </a:prstGeom>
            <a:solidFill>
              <a:srgbClr val="3CBDB7"/>
            </a:solidFill>
            <a:ln w="17780" cap="flat" cmpd="sng" algn="ctr">
              <a:solidFill>
                <a:srgbClr val="E6FFF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8" name="TextBox 7">
              <a:extLst>
                <a:ext uri="{FF2B5EF4-FFF2-40B4-BE49-F238E27FC236}">
                  <a16:creationId xmlns:a16="http://schemas.microsoft.com/office/drawing/2014/main" id="{902EC7B6-337D-351E-4751-4575AC578928}"/>
                </a:ext>
              </a:extLst>
            </p:cNvPr>
            <p:cNvSpPr txBox="1"/>
            <p:nvPr/>
          </p:nvSpPr>
          <p:spPr>
            <a:xfrm>
              <a:off x="8625115" y="2159000"/>
              <a:ext cx="1422400" cy="307777"/>
            </a:xfrm>
            <a:prstGeom prst="rect">
              <a:avLst/>
            </a:prstGeom>
            <a:noFill/>
            <a:ln>
              <a:noFill/>
            </a:ln>
          </p:spPr>
          <p:txBody>
            <a:bodyPr vertOverflow="overflow" vert="horz" wrap="square" rtlCol="0" anchor="t">
              <a:spAutoFit/>
            </a:bodyPr>
            <a:lstStyle/>
            <a:p>
              <a:pPr algn="ctr"/>
              <a:r>
                <a:rPr lang="en-US" sz="1400" b="1" dirty="0">
                  <a:solidFill>
                    <a:srgbClr val="E6FFFB"/>
                  </a:solidFill>
                </a:rPr>
                <a:t>BEFORE BUILD</a:t>
              </a:r>
              <a:endParaRPr lang="en-TH" sz="1400" b="1" dirty="0">
                <a:solidFill>
                  <a:srgbClr val="E6FFFB"/>
                </a:solidFill>
              </a:endParaRPr>
            </a:p>
          </p:txBody>
        </p:sp>
        <p:sp>
          <p:nvSpPr>
            <p:cNvPr id="9" name="TextBox 8">
              <a:extLst>
                <a:ext uri="{FF2B5EF4-FFF2-40B4-BE49-F238E27FC236}">
                  <a16:creationId xmlns:a16="http://schemas.microsoft.com/office/drawing/2014/main" id="{650625AB-8C59-EA16-7274-E6FC414A44D4}"/>
                </a:ext>
              </a:extLst>
            </p:cNvPr>
            <p:cNvSpPr txBox="1"/>
            <p:nvPr/>
          </p:nvSpPr>
          <p:spPr>
            <a:xfrm>
              <a:off x="8621486" y="2476500"/>
              <a:ext cx="1397000" cy="315471"/>
            </a:xfrm>
            <a:prstGeom prst="rect">
              <a:avLst/>
            </a:prstGeom>
            <a:noFill/>
            <a:ln>
              <a:noFill/>
            </a:ln>
          </p:spPr>
          <p:txBody>
            <a:bodyPr vertOverflow="overflow" vert="horz" wrap="square" rtlCol="0" anchor="t">
              <a:spAutoFit/>
            </a:bodyPr>
            <a:lstStyle/>
            <a:p>
              <a:pPr algn="ctr"/>
              <a:r>
                <a:rPr lang="en-US" sz="1450" b="1" dirty="0"/>
                <a:t>Plan + Define</a:t>
              </a:r>
              <a:endParaRPr lang="en-TH" sz="1450" b="1" dirty="0"/>
            </a:p>
          </p:txBody>
        </p:sp>
        <p:sp>
          <p:nvSpPr>
            <p:cNvPr id="10" name="TextBox 9">
              <a:extLst>
                <a:ext uri="{FF2B5EF4-FFF2-40B4-BE49-F238E27FC236}">
                  <a16:creationId xmlns:a16="http://schemas.microsoft.com/office/drawing/2014/main" id="{05951681-8883-FE59-BBE8-1DCF1156A7FE}"/>
                </a:ext>
              </a:extLst>
            </p:cNvPr>
            <p:cNvSpPr txBox="1"/>
            <p:nvPr/>
          </p:nvSpPr>
          <p:spPr>
            <a:xfrm>
              <a:off x="8615954" y="2835727"/>
              <a:ext cx="1320800" cy="307777"/>
            </a:xfrm>
            <a:prstGeom prst="rect">
              <a:avLst/>
            </a:prstGeom>
            <a:noFill/>
            <a:ln>
              <a:noFill/>
            </a:ln>
          </p:spPr>
          <p:txBody>
            <a:bodyPr vertOverflow="overflow" vert="horz" wrap="square" rtlCol="0" anchor="t">
              <a:spAutoFit/>
            </a:bodyPr>
            <a:lstStyle/>
            <a:p>
              <a:pPr algn="ctr"/>
              <a:r>
                <a:rPr lang="en-US" sz="1400" dirty="0">
                  <a:solidFill>
                    <a:schemeClr val="tx2">
                      <a:lumMod val="75000"/>
                    </a:schemeClr>
                  </a:solidFill>
                </a:rPr>
                <a:t>Phases 1–2</a:t>
              </a:r>
              <a:endParaRPr lang="en-TH" sz="1400" dirty="0">
                <a:solidFill>
                  <a:schemeClr val="tx2">
                    <a:lumMod val="75000"/>
                  </a:schemeClr>
                </a:solidFill>
              </a:endParaRPr>
            </a:p>
          </p:txBody>
        </p:sp>
      </p:grpSp>
      <p:grpSp>
        <p:nvGrpSpPr>
          <p:cNvPr id="11" name="Group 10">
            <a:extLst>
              <a:ext uri="{FF2B5EF4-FFF2-40B4-BE49-F238E27FC236}">
                <a16:creationId xmlns:a16="http://schemas.microsoft.com/office/drawing/2014/main" id="{F5062C5F-6D57-2D17-4B17-85405CDC391F}"/>
              </a:ext>
            </a:extLst>
          </p:cNvPr>
          <p:cNvGrpSpPr/>
          <p:nvPr/>
        </p:nvGrpSpPr>
        <p:grpSpPr>
          <a:xfrm>
            <a:off x="7166339" y="3232487"/>
            <a:ext cx="1574800" cy="1574800"/>
            <a:chOff x="7226299" y="3860800"/>
            <a:chExt cx="1574800" cy="1574800"/>
          </a:xfrm>
        </p:grpSpPr>
        <p:sp>
          <p:nvSpPr>
            <p:cNvPr id="12" name="Oval 11">
              <a:extLst>
                <a:ext uri="{FF2B5EF4-FFF2-40B4-BE49-F238E27FC236}">
                  <a16:creationId xmlns:a16="http://schemas.microsoft.com/office/drawing/2014/main" id="{01A97566-D04C-8E59-2FA0-B86D236FCCB3}"/>
                </a:ext>
              </a:extLst>
            </p:cNvPr>
            <p:cNvSpPr/>
            <p:nvPr/>
          </p:nvSpPr>
          <p:spPr>
            <a:xfrm>
              <a:off x="7226299" y="3860800"/>
              <a:ext cx="1574800" cy="1574800"/>
            </a:xfrm>
            <a:prstGeom prst="ellipse">
              <a:avLst/>
            </a:prstGeom>
            <a:solidFill>
              <a:srgbClr val="3CBDB7"/>
            </a:solidFill>
            <a:ln w="17780" cap="flat" cmpd="sng" algn="ctr">
              <a:solidFill>
                <a:srgbClr val="E6FFF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13" name="TextBox 12">
              <a:extLst>
                <a:ext uri="{FF2B5EF4-FFF2-40B4-BE49-F238E27FC236}">
                  <a16:creationId xmlns:a16="http://schemas.microsoft.com/office/drawing/2014/main" id="{1C473F1A-6FF5-06BC-20E4-84DA17A33FC7}"/>
                </a:ext>
              </a:extLst>
            </p:cNvPr>
            <p:cNvSpPr txBox="1"/>
            <p:nvPr/>
          </p:nvSpPr>
          <p:spPr>
            <a:xfrm>
              <a:off x="7302499" y="4165600"/>
              <a:ext cx="1422400" cy="307777"/>
            </a:xfrm>
            <a:prstGeom prst="rect">
              <a:avLst/>
            </a:prstGeom>
            <a:noFill/>
            <a:ln>
              <a:noFill/>
            </a:ln>
          </p:spPr>
          <p:txBody>
            <a:bodyPr vertOverflow="overflow" vert="horz" wrap="square" rtlCol="0" anchor="t">
              <a:spAutoFit/>
            </a:bodyPr>
            <a:lstStyle/>
            <a:p>
              <a:pPr algn="ctr"/>
              <a:r>
                <a:rPr lang="en-US" sz="1400" b="1" dirty="0">
                  <a:solidFill>
                    <a:srgbClr val="E6FFFB"/>
                  </a:solidFill>
                </a:rPr>
                <a:t>DURING BUILD</a:t>
              </a:r>
              <a:endParaRPr lang="en-TH" sz="1400" b="1" dirty="0">
                <a:solidFill>
                  <a:srgbClr val="E6FFFB"/>
                </a:solidFill>
              </a:endParaRPr>
            </a:p>
          </p:txBody>
        </p:sp>
        <p:sp>
          <p:nvSpPr>
            <p:cNvPr id="14" name="TextBox 13">
              <a:extLst>
                <a:ext uri="{FF2B5EF4-FFF2-40B4-BE49-F238E27FC236}">
                  <a16:creationId xmlns:a16="http://schemas.microsoft.com/office/drawing/2014/main" id="{46559CDE-D274-7EC5-62DB-7AB7FA6F7696}"/>
                </a:ext>
              </a:extLst>
            </p:cNvPr>
            <p:cNvSpPr txBox="1"/>
            <p:nvPr/>
          </p:nvSpPr>
          <p:spPr>
            <a:xfrm>
              <a:off x="7315199" y="4483100"/>
              <a:ext cx="1397000" cy="315471"/>
            </a:xfrm>
            <a:prstGeom prst="rect">
              <a:avLst/>
            </a:prstGeom>
            <a:noFill/>
            <a:ln>
              <a:noFill/>
            </a:ln>
          </p:spPr>
          <p:txBody>
            <a:bodyPr vertOverflow="overflow" vert="horz" wrap="square" rtlCol="0" anchor="t">
              <a:spAutoFit/>
            </a:bodyPr>
            <a:lstStyle/>
            <a:p>
              <a:pPr algn="ctr"/>
              <a:r>
                <a:rPr lang="en-US" sz="1450" b="1"/>
                <a:t>Design + Code</a:t>
              </a:r>
              <a:endParaRPr lang="en-TH" sz="1450" b="1"/>
            </a:p>
          </p:txBody>
        </p:sp>
        <p:sp>
          <p:nvSpPr>
            <p:cNvPr id="15" name="TextBox 14">
              <a:extLst>
                <a:ext uri="{FF2B5EF4-FFF2-40B4-BE49-F238E27FC236}">
                  <a16:creationId xmlns:a16="http://schemas.microsoft.com/office/drawing/2014/main" id="{155D9FE8-5848-385D-1CB4-CF02B5C1D9E4}"/>
                </a:ext>
              </a:extLst>
            </p:cNvPr>
            <p:cNvSpPr txBox="1"/>
            <p:nvPr/>
          </p:nvSpPr>
          <p:spPr>
            <a:xfrm>
              <a:off x="7324657" y="4842327"/>
              <a:ext cx="1320800" cy="307777"/>
            </a:xfrm>
            <a:prstGeom prst="rect">
              <a:avLst/>
            </a:prstGeom>
            <a:noFill/>
            <a:ln>
              <a:noFill/>
            </a:ln>
          </p:spPr>
          <p:txBody>
            <a:bodyPr vertOverflow="overflow" vert="horz" wrap="square" rtlCol="0" anchor="t">
              <a:spAutoFit/>
            </a:bodyPr>
            <a:lstStyle/>
            <a:p>
              <a:pPr algn="ctr"/>
              <a:r>
                <a:rPr lang="en-US" sz="1400" dirty="0">
                  <a:solidFill>
                    <a:schemeClr val="tx2">
                      <a:lumMod val="75000"/>
                    </a:schemeClr>
                  </a:solidFill>
                </a:rPr>
                <a:t>Phases 3–4</a:t>
              </a:r>
              <a:endParaRPr lang="en-TH" sz="1400" dirty="0">
                <a:solidFill>
                  <a:schemeClr val="tx2">
                    <a:lumMod val="75000"/>
                  </a:schemeClr>
                </a:solidFill>
              </a:endParaRPr>
            </a:p>
          </p:txBody>
        </p:sp>
      </p:grpSp>
      <p:grpSp>
        <p:nvGrpSpPr>
          <p:cNvPr id="16" name="Group 15">
            <a:extLst>
              <a:ext uri="{FF2B5EF4-FFF2-40B4-BE49-F238E27FC236}">
                <a16:creationId xmlns:a16="http://schemas.microsoft.com/office/drawing/2014/main" id="{C1F0DA61-2929-4A08-B550-0BCE6FF36F9E}"/>
              </a:ext>
            </a:extLst>
          </p:cNvPr>
          <p:cNvGrpSpPr/>
          <p:nvPr/>
        </p:nvGrpSpPr>
        <p:grpSpPr>
          <a:xfrm>
            <a:off x="9680939" y="3232487"/>
            <a:ext cx="1574800" cy="1574800"/>
            <a:chOff x="9740899" y="3860800"/>
            <a:chExt cx="1574800" cy="1574800"/>
          </a:xfrm>
        </p:grpSpPr>
        <p:sp>
          <p:nvSpPr>
            <p:cNvPr id="17" name="Oval 16">
              <a:extLst>
                <a:ext uri="{FF2B5EF4-FFF2-40B4-BE49-F238E27FC236}">
                  <a16:creationId xmlns:a16="http://schemas.microsoft.com/office/drawing/2014/main" id="{F63BFB31-E263-5B5F-4811-9DD9A9F1A3E3}"/>
                </a:ext>
              </a:extLst>
            </p:cNvPr>
            <p:cNvSpPr/>
            <p:nvPr/>
          </p:nvSpPr>
          <p:spPr>
            <a:xfrm>
              <a:off x="9740899" y="3860800"/>
              <a:ext cx="1574800" cy="1574800"/>
            </a:xfrm>
            <a:prstGeom prst="ellipse">
              <a:avLst/>
            </a:prstGeom>
            <a:solidFill>
              <a:srgbClr val="3CBDB7"/>
            </a:solidFill>
            <a:ln w="17780" cap="flat" cmpd="sng" algn="ctr">
              <a:solidFill>
                <a:srgbClr val="E6FFF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18" name="TextBox 17">
              <a:extLst>
                <a:ext uri="{FF2B5EF4-FFF2-40B4-BE49-F238E27FC236}">
                  <a16:creationId xmlns:a16="http://schemas.microsoft.com/office/drawing/2014/main" id="{66EC276D-6E1A-C408-E57F-2C4771CEB2BE}"/>
                </a:ext>
              </a:extLst>
            </p:cNvPr>
            <p:cNvSpPr txBox="1"/>
            <p:nvPr/>
          </p:nvSpPr>
          <p:spPr>
            <a:xfrm>
              <a:off x="9817099" y="4165600"/>
              <a:ext cx="1422400" cy="307777"/>
            </a:xfrm>
            <a:prstGeom prst="rect">
              <a:avLst/>
            </a:prstGeom>
            <a:noFill/>
            <a:ln>
              <a:noFill/>
            </a:ln>
          </p:spPr>
          <p:txBody>
            <a:bodyPr vertOverflow="overflow" vert="horz" wrap="square" rtlCol="0" anchor="t">
              <a:spAutoFit/>
            </a:bodyPr>
            <a:lstStyle/>
            <a:p>
              <a:pPr algn="ctr"/>
              <a:r>
                <a:rPr lang="en-US" sz="1400" b="1" dirty="0">
                  <a:solidFill>
                    <a:srgbClr val="E6FFFB"/>
                  </a:solidFill>
                </a:rPr>
                <a:t>AFTER BUILD</a:t>
              </a:r>
              <a:endParaRPr lang="en-TH" sz="1400" b="1" dirty="0">
                <a:solidFill>
                  <a:srgbClr val="E6FFFB"/>
                </a:solidFill>
              </a:endParaRPr>
            </a:p>
          </p:txBody>
        </p:sp>
        <p:sp>
          <p:nvSpPr>
            <p:cNvPr id="19" name="TextBox 18">
              <a:extLst>
                <a:ext uri="{FF2B5EF4-FFF2-40B4-BE49-F238E27FC236}">
                  <a16:creationId xmlns:a16="http://schemas.microsoft.com/office/drawing/2014/main" id="{CE4553F5-AAE2-F720-188E-0BEC574E3DB4}"/>
                </a:ext>
              </a:extLst>
            </p:cNvPr>
            <p:cNvSpPr txBox="1"/>
            <p:nvPr/>
          </p:nvSpPr>
          <p:spPr>
            <a:xfrm>
              <a:off x="9829799" y="4483100"/>
              <a:ext cx="1397000" cy="315471"/>
            </a:xfrm>
            <a:prstGeom prst="rect">
              <a:avLst/>
            </a:prstGeom>
            <a:noFill/>
            <a:ln>
              <a:noFill/>
            </a:ln>
          </p:spPr>
          <p:txBody>
            <a:bodyPr vertOverflow="overflow" vert="horz" wrap="square" rtlCol="0" anchor="t">
              <a:spAutoFit/>
            </a:bodyPr>
            <a:lstStyle/>
            <a:p>
              <a:pPr algn="ctr"/>
              <a:r>
                <a:rPr lang="en-US" sz="1450" b="1" dirty="0"/>
                <a:t>Test &amp; Debug</a:t>
              </a:r>
              <a:endParaRPr lang="en-TH" sz="1450" b="1" dirty="0"/>
            </a:p>
          </p:txBody>
        </p:sp>
        <p:sp>
          <p:nvSpPr>
            <p:cNvPr id="20" name="TextBox 19">
              <a:extLst>
                <a:ext uri="{FF2B5EF4-FFF2-40B4-BE49-F238E27FC236}">
                  <a16:creationId xmlns:a16="http://schemas.microsoft.com/office/drawing/2014/main" id="{23A75226-F498-D162-2FDC-EC68DDBF437F}"/>
                </a:ext>
              </a:extLst>
            </p:cNvPr>
            <p:cNvSpPr txBox="1"/>
            <p:nvPr/>
          </p:nvSpPr>
          <p:spPr>
            <a:xfrm>
              <a:off x="9886905" y="4842327"/>
              <a:ext cx="1320800" cy="307777"/>
            </a:xfrm>
            <a:prstGeom prst="rect">
              <a:avLst/>
            </a:prstGeom>
            <a:noFill/>
            <a:ln>
              <a:noFill/>
            </a:ln>
          </p:spPr>
          <p:txBody>
            <a:bodyPr vertOverflow="overflow" vert="horz" wrap="square" rtlCol="0" anchor="t">
              <a:spAutoFit/>
            </a:bodyPr>
            <a:lstStyle/>
            <a:p>
              <a:pPr algn="ctr"/>
              <a:r>
                <a:rPr lang="en-US" sz="1400" dirty="0">
                  <a:solidFill>
                    <a:schemeClr val="tx2">
                      <a:lumMod val="75000"/>
                    </a:schemeClr>
                  </a:solidFill>
                </a:rPr>
                <a:t>Phases 5–7</a:t>
              </a:r>
              <a:endParaRPr lang="en-TH" sz="1400" dirty="0">
                <a:solidFill>
                  <a:schemeClr val="tx2">
                    <a:lumMod val="75000"/>
                  </a:schemeClr>
                </a:solidFill>
              </a:endParaRPr>
            </a:p>
          </p:txBody>
        </p:sp>
      </p:grpSp>
      <p:sp>
        <p:nvSpPr>
          <p:cNvPr id="21" name="Oval 20">
            <a:extLst>
              <a:ext uri="{FF2B5EF4-FFF2-40B4-BE49-F238E27FC236}">
                <a16:creationId xmlns:a16="http://schemas.microsoft.com/office/drawing/2014/main" id="{3D44EFA4-AD01-E297-67DA-8E9E49F0E425}"/>
              </a:ext>
            </a:extLst>
          </p:cNvPr>
          <p:cNvSpPr/>
          <p:nvPr/>
        </p:nvSpPr>
        <p:spPr>
          <a:xfrm>
            <a:off x="8715739" y="3080087"/>
            <a:ext cx="990600" cy="990600"/>
          </a:xfrm>
          <a:prstGeom prst="ellipse">
            <a:avLst/>
          </a:prstGeom>
          <a:solidFill>
            <a:srgbClr val="FFFFFF"/>
          </a:solidFill>
          <a:ln w="19050" cap="flat" cmpd="sng" algn="ctr">
            <a:solidFill>
              <a:srgbClr val="8BE0D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22" name="TextBox 21">
            <a:extLst>
              <a:ext uri="{FF2B5EF4-FFF2-40B4-BE49-F238E27FC236}">
                <a16:creationId xmlns:a16="http://schemas.microsoft.com/office/drawing/2014/main" id="{FEAF8E88-2DB2-340C-09FE-889BF5171159}"/>
              </a:ext>
            </a:extLst>
          </p:cNvPr>
          <p:cNvSpPr txBox="1"/>
          <p:nvPr/>
        </p:nvSpPr>
        <p:spPr>
          <a:xfrm>
            <a:off x="8905331" y="3308471"/>
            <a:ext cx="660400" cy="523220"/>
          </a:xfrm>
          <a:prstGeom prst="rect">
            <a:avLst/>
          </a:prstGeom>
          <a:noFill/>
          <a:ln>
            <a:noFill/>
          </a:ln>
        </p:spPr>
        <p:txBody>
          <a:bodyPr vertOverflow="overflow" vert="horz" wrap="square" rtlCol="0" anchor="t">
            <a:spAutoFit/>
          </a:bodyPr>
          <a:lstStyle/>
          <a:p>
            <a:pPr algn="l"/>
            <a:r>
              <a:rPr lang="en-US" sz="1400" b="1" dirty="0">
                <a:solidFill>
                  <a:srgbClr val="3CBDB7"/>
                </a:solidFill>
              </a:rPr>
              <a:t>Agile
cycles</a:t>
            </a:r>
            <a:endParaRPr lang="en-TH" sz="1400" b="1" dirty="0">
              <a:solidFill>
                <a:srgbClr val="3CBDB7"/>
              </a:solidFill>
            </a:endParaRPr>
          </a:p>
        </p:txBody>
      </p:sp>
      <p:sp>
        <p:nvSpPr>
          <p:cNvPr id="23" name="Chevron 22">
            <a:extLst>
              <a:ext uri="{FF2B5EF4-FFF2-40B4-BE49-F238E27FC236}">
                <a16:creationId xmlns:a16="http://schemas.microsoft.com/office/drawing/2014/main" id="{9FDB4A57-5C1F-8AC7-697E-F72E64D13659}"/>
              </a:ext>
            </a:extLst>
          </p:cNvPr>
          <p:cNvSpPr/>
          <p:nvPr/>
        </p:nvSpPr>
        <p:spPr>
          <a:xfrm rot="18298360">
            <a:off x="8200821" y="2781010"/>
            <a:ext cx="482600" cy="317500"/>
          </a:xfrm>
          <a:prstGeom prst="chevron">
            <a:avLst/>
          </a:prstGeom>
          <a:solidFill>
            <a:srgbClr val="8BE0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solidFill>
                <a:schemeClr val="tx1"/>
              </a:solidFill>
            </a:endParaRPr>
          </a:p>
        </p:txBody>
      </p:sp>
      <p:sp>
        <p:nvSpPr>
          <p:cNvPr id="24" name="Chevron 23">
            <a:extLst>
              <a:ext uri="{FF2B5EF4-FFF2-40B4-BE49-F238E27FC236}">
                <a16:creationId xmlns:a16="http://schemas.microsoft.com/office/drawing/2014/main" id="{E4E5ABEB-A552-E760-8513-19451B3683A7}"/>
              </a:ext>
            </a:extLst>
          </p:cNvPr>
          <p:cNvSpPr/>
          <p:nvPr/>
        </p:nvSpPr>
        <p:spPr>
          <a:xfrm rot="3292494">
            <a:off x="9742539" y="2729583"/>
            <a:ext cx="482600" cy="317500"/>
          </a:xfrm>
          <a:prstGeom prst="chevron">
            <a:avLst/>
          </a:prstGeom>
          <a:solidFill>
            <a:srgbClr val="8BE0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solidFill>
                <a:schemeClr val="tx1"/>
              </a:solidFill>
            </a:endParaRPr>
          </a:p>
        </p:txBody>
      </p:sp>
      <p:sp>
        <p:nvSpPr>
          <p:cNvPr id="25" name="Chevron 24">
            <a:extLst>
              <a:ext uri="{FF2B5EF4-FFF2-40B4-BE49-F238E27FC236}">
                <a16:creationId xmlns:a16="http://schemas.microsoft.com/office/drawing/2014/main" id="{9F065741-D152-E79A-43C7-758230410590}"/>
              </a:ext>
            </a:extLst>
          </p:cNvPr>
          <p:cNvSpPr/>
          <p:nvPr/>
        </p:nvSpPr>
        <p:spPr>
          <a:xfrm>
            <a:off x="8906239" y="4348058"/>
            <a:ext cx="609600" cy="317500"/>
          </a:xfrm>
          <a:prstGeom prst="chevron">
            <a:avLst/>
          </a:prstGeom>
          <a:solidFill>
            <a:srgbClr val="8BE0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solidFill>
                <a:schemeClr val="tx1"/>
              </a:solidFill>
            </a:endParaRPr>
          </a:p>
        </p:txBody>
      </p:sp>
      <p:grpSp>
        <p:nvGrpSpPr>
          <p:cNvPr id="26" name="Group 25">
            <a:extLst>
              <a:ext uri="{FF2B5EF4-FFF2-40B4-BE49-F238E27FC236}">
                <a16:creationId xmlns:a16="http://schemas.microsoft.com/office/drawing/2014/main" id="{31C0AA11-7857-EA30-0A0D-FF1EA909439A}"/>
              </a:ext>
            </a:extLst>
          </p:cNvPr>
          <p:cNvGrpSpPr/>
          <p:nvPr/>
        </p:nvGrpSpPr>
        <p:grpSpPr>
          <a:xfrm>
            <a:off x="10853798" y="5357059"/>
            <a:ext cx="1065178" cy="1004873"/>
            <a:chOff x="9817099" y="3983596"/>
            <a:chExt cx="1422400" cy="1327000"/>
          </a:xfrm>
        </p:grpSpPr>
        <p:sp>
          <p:nvSpPr>
            <p:cNvPr id="27" name="Oval 26">
              <a:extLst>
                <a:ext uri="{FF2B5EF4-FFF2-40B4-BE49-F238E27FC236}">
                  <a16:creationId xmlns:a16="http://schemas.microsoft.com/office/drawing/2014/main" id="{B56F2783-09E3-752B-F92C-9A853BEC3463}"/>
                </a:ext>
              </a:extLst>
            </p:cNvPr>
            <p:cNvSpPr/>
            <p:nvPr/>
          </p:nvSpPr>
          <p:spPr>
            <a:xfrm>
              <a:off x="9823680" y="3983596"/>
              <a:ext cx="1397001" cy="1327000"/>
            </a:xfrm>
            <a:prstGeom prst="ellipse">
              <a:avLst/>
            </a:prstGeom>
            <a:solidFill>
              <a:srgbClr val="3CBDB7"/>
            </a:solidFill>
            <a:ln w="17780" cap="flat" cmpd="sng" algn="ctr">
              <a:solidFill>
                <a:srgbClr val="E6FFF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28" name="TextBox 27">
              <a:extLst>
                <a:ext uri="{FF2B5EF4-FFF2-40B4-BE49-F238E27FC236}">
                  <a16:creationId xmlns:a16="http://schemas.microsoft.com/office/drawing/2014/main" id="{BBF252BD-11A4-19FA-E613-2CAC33AA6688}"/>
                </a:ext>
              </a:extLst>
            </p:cNvPr>
            <p:cNvSpPr txBox="1"/>
            <p:nvPr/>
          </p:nvSpPr>
          <p:spPr>
            <a:xfrm>
              <a:off x="9817099" y="4165600"/>
              <a:ext cx="1422400" cy="345473"/>
            </a:xfrm>
            <a:prstGeom prst="rect">
              <a:avLst/>
            </a:prstGeom>
            <a:noFill/>
            <a:ln>
              <a:noFill/>
            </a:ln>
          </p:spPr>
          <p:txBody>
            <a:bodyPr vertOverflow="overflow" vert="horz" wrap="square" rtlCol="0" anchor="t">
              <a:spAutoFit/>
            </a:bodyPr>
            <a:lstStyle/>
            <a:p>
              <a:pPr algn="ctr"/>
              <a:r>
                <a:rPr lang="en-US" sz="1050" b="1" dirty="0">
                  <a:solidFill>
                    <a:srgbClr val="E6FFFB"/>
                  </a:solidFill>
                </a:rPr>
                <a:t>Release</a:t>
              </a:r>
              <a:endParaRPr lang="en-TH" sz="1050" b="1" dirty="0">
                <a:solidFill>
                  <a:srgbClr val="E6FFFB"/>
                </a:solidFill>
              </a:endParaRPr>
            </a:p>
          </p:txBody>
        </p:sp>
        <p:sp>
          <p:nvSpPr>
            <p:cNvPr id="29" name="TextBox 28">
              <a:extLst>
                <a:ext uri="{FF2B5EF4-FFF2-40B4-BE49-F238E27FC236}">
                  <a16:creationId xmlns:a16="http://schemas.microsoft.com/office/drawing/2014/main" id="{90AC16F6-DA17-0C5A-76E1-F4CE5616643B}"/>
                </a:ext>
              </a:extLst>
            </p:cNvPr>
            <p:cNvSpPr txBox="1"/>
            <p:nvPr/>
          </p:nvSpPr>
          <p:spPr>
            <a:xfrm>
              <a:off x="9829799" y="4483100"/>
              <a:ext cx="1397000" cy="345473"/>
            </a:xfrm>
            <a:prstGeom prst="rect">
              <a:avLst/>
            </a:prstGeom>
            <a:noFill/>
            <a:ln>
              <a:noFill/>
            </a:ln>
          </p:spPr>
          <p:txBody>
            <a:bodyPr vertOverflow="overflow" vert="horz" wrap="square" rtlCol="0" anchor="t">
              <a:spAutoFit/>
            </a:bodyPr>
            <a:lstStyle/>
            <a:p>
              <a:pPr algn="ctr"/>
              <a:r>
                <a:rPr lang="en-US" sz="1100" b="1" dirty="0"/>
                <a:t>Operate</a:t>
              </a:r>
              <a:endParaRPr lang="en-TH" sz="1100" b="1" dirty="0"/>
            </a:p>
          </p:txBody>
        </p:sp>
        <p:sp>
          <p:nvSpPr>
            <p:cNvPr id="30" name="TextBox 29">
              <a:extLst>
                <a:ext uri="{FF2B5EF4-FFF2-40B4-BE49-F238E27FC236}">
                  <a16:creationId xmlns:a16="http://schemas.microsoft.com/office/drawing/2014/main" id="{58B6CADB-AA06-6932-A547-015DD57FDDCB}"/>
                </a:ext>
              </a:extLst>
            </p:cNvPr>
            <p:cNvSpPr txBox="1"/>
            <p:nvPr/>
          </p:nvSpPr>
          <p:spPr>
            <a:xfrm>
              <a:off x="9896868" y="4842328"/>
              <a:ext cx="1320802" cy="345473"/>
            </a:xfrm>
            <a:prstGeom prst="rect">
              <a:avLst/>
            </a:prstGeom>
            <a:noFill/>
            <a:ln>
              <a:noFill/>
            </a:ln>
          </p:spPr>
          <p:txBody>
            <a:bodyPr vertOverflow="overflow" vert="horz" wrap="square" rtlCol="0" anchor="t">
              <a:spAutoFit/>
            </a:bodyPr>
            <a:lstStyle/>
            <a:p>
              <a:pPr algn="ctr"/>
              <a:r>
                <a:rPr lang="en-US" sz="1050" dirty="0">
                  <a:solidFill>
                    <a:schemeClr val="tx2">
                      <a:lumMod val="75000"/>
                    </a:schemeClr>
                  </a:solidFill>
                </a:rPr>
                <a:t>Phases 6–7</a:t>
              </a:r>
              <a:endParaRPr lang="en-TH" sz="1050" dirty="0">
                <a:solidFill>
                  <a:schemeClr val="tx2">
                    <a:lumMod val="75000"/>
                  </a:schemeClr>
                </a:solidFill>
              </a:endParaRPr>
            </a:p>
          </p:txBody>
        </p:sp>
      </p:grpSp>
      <p:sp>
        <p:nvSpPr>
          <p:cNvPr id="31" name="Oval 30">
            <a:extLst>
              <a:ext uri="{FF2B5EF4-FFF2-40B4-BE49-F238E27FC236}">
                <a16:creationId xmlns:a16="http://schemas.microsoft.com/office/drawing/2014/main" id="{609FFE9B-606C-6102-8EDB-AE0FA78B0A0D}"/>
              </a:ext>
            </a:extLst>
          </p:cNvPr>
          <p:cNvSpPr/>
          <p:nvPr/>
        </p:nvSpPr>
        <p:spPr>
          <a:xfrm>
            <a:off x="6867782" y="1175515"/>
            <a:ext cx="4667030" cy="4333244"/>
          </a:xfrm>
          <a:prstGeom prst="ellipse">
            <a:avLst/>
          </a:prstGeom>
          <a:noFill/>
          <a:ln w="28575">
            <a:solidFill>
              <a:srgbClr val="3CBDB7"/>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32" name="Lightning Bolt 31">
            <a:extLst>
              <a:ext uri="{FF2B5EF4-FFF2-40B4-BE49-F238E27FC236}">
                <a16:creationId xmlns:a16="http://schemas.microsoft.com/office/drawing/2014/main" id="{489F067F-8C89-9081-036D-A01B4A47EDAC}"/>
              </a:ext>
            </a:extLst>
          </p:cNvPr>
          <p:cNvSpPr/>
          <p:nvPr/>
        </p:nvSpPr>
        <p:spPr>
          <a:xfrm>
            <a:off x="10468339" y="5167204"/>
            <a:ext cx="522514" cy="322470"/>
          </a:xfrm>
          <a:prstGeom prst="lightningBolt">
            <a:avLst/>
          </a:prstGeom>
          <a:solidFill>
            <a:srgbClr val="8CE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Tree>
    <p:extLst>
      <p:ext uri="{BB962C8B-B14F-4D97-AF65-F5344CB8AC3E}">
        <p14:creationId xmlns:p14="http://schemas.microsoft.com/office/powerpoint/2010/main" val="3289844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48DFB3-D73A-C6F7-1BDB-E73A2D244A9E}"/>
              </a:ext>
            </a:extLst>
          </p:cNvPr>
          <p:cNvSpPr>
            <a:spLocks noGrp="1"/>
          </p:cNvSpPr>
          <p:nvPr>
            <p:ph type="dt" sz="half" idx="10"/>
          </p:nvPr>
        </p:nvSpPr>
        <p:spPr/>
        <p:txBody>
          <a:bodyPr/>
          <a:lstStyle/>
          <a:p>
            <a:fld id="{C2B0D90B-6EFE-E046-8F39-1495C1DEF19C}" type="datetime5">
              <a:rPr lang="en-US" smtClean="0"/>
              <a:t>22-Jul-26</a:t>
            </a:fld>
            <a:endParaRPr lang="en-TH"/>
          </a:p>
        </p:txBody>
      </p:sp>
      <p:sp>
        <p:nvSpPr>
          <p:cNvPr id="3" name="Slide Number Placeholder 2">
            <a:extLst>
              <a:ext uri="{FF2B5EF4-FFF2-40B4-BE49-F238E27FC236}">
                <a16:creationId xmlns:a16="http://schemas.microsoft.com/office/drawing/2014/main" id="{631719FC-66C4-9C31-C575-D543985797C5}"/>
              </a:ext>
            </a:extLst>
          </p:cNvPr>
          <p:cNvSpPr>
            <a:spLocks noGrp="1"/>
          </p:cNvSpPr>
          <p:nvPr>
            <p:ph type="sldNum" sz="quarter" idx="12"/>
          </p:nvPr>
        </p:nvSpPr>
        <p:spPr/>
        <p:txBody>
          <a:bodyPr/>
          <a:lstStyle/>
          <a:p>
            <a:fld id="{21F7FF55-A4C8-434F-9C7E-35C05141D3A5}" type="slidenum">
              <a:rPr lang="en-TH" smtClean="0"/>
              <a:t>7</a:t>
            </a:fld>
            <a:endParaRPr lang="en-TH"/>
          </a:p>
        </p:txBody>
      </p:sp>
      <p:grpSp>
        <p:nvGrpSpPr>
          <p:cNvPr id="4" name="Group 3">
            <a:extLst>
              <a:ext uri="{FF2B5EF4-FFF2-40B4-BE49-F238E27FC236}">
                <a16:creationId xmlns:a16="http://schemas.microsoft.com/office/drawing/2014/main" id="{B2B5E7D8-E5A0-A21C-5291-7D058A3ED61A}"/>
              </a:ext>
            </a:extLst>
          </p:cNvPr>
          <p:cNvGrpSpPr/>
          <p:nvPr/>
        </p:nvGrpSpPr>
        <p:grpSpPr>
          <a:xfrm>
            <a:off x="4664024" y="1056506"/>
            <a:ext cx="1574800" cy="1574800"/>
            <a:chOff x="8483599" y="1854200"/>
            <a:chExt cx="1574800" cy="1574800"/>
          </a:xfrm>
        </p:grpSpPr>
        <p:sp>
          <p:nvSpPr>
            <p:cNvPr id="5" name="Oval 4">
              <a:extLst>
                <a:ext uri="{FF2B5EF4-FFF2-40B4-BE49-F238E27FC236}">
                  <a16:creationId xmlns:a16="http://schemas.microsoft.com/office/drawing/2014/main" id="{45FB375F-B8E3-A1D5-B4E4-09F37DDEF2B8}"/>
                </a:ext>
              </a:extLst>
            </p:cNvPr>
            <p:cNvSpPr/>
            <p:nvPr/>
          </p:nvSpPr>
          <p:spPr>
            <a:xfrm>
              <a:off x="8483599" y="1854200"/>
              <a:ext cx="1574800" cy="1574800"/>
            </a:xfrm>
            <a:prstGeom prst="ellipse">
              <a:avLst/>
            </a:prstGeom>
            <a:solidFill>
              <a:srgbClr val="3CBDB7"/>
            </a:solidFill>
            <a:ln w="17780" cap="flat" cmpd="sng" algn="ctr">
              <a:solidFill>
                <a:srgbClr val="E6FFF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6" name="TextBox 5">
              <a:extLst>
                <a:ext uri="{FF2B5EF4-FFF2-40B4-BE49-F238E27FC236}">
                  <a16:creationId xmlns:a16="http://schemas.microsoft.com/office/drawing/2014/main" id="{9D60C5BE-0457-30C4-8EC9-C4A1931C87D9}"/>
                </a:ext>
              </a:extLst>
            </p:cNvPr>
            <p:cNvSpPr txBox="1"/>
            <p:nvPr/>
          </p:nvSpPr>
          <p:spPr>
            <a:xfrm>
              <a:off x="8625115" y="2159000"/>
              <a:ext cx="1422400" cy="307777"/>
            </a:xfrm>
            <a:prstGeom prst="rect">
              <a:avLst/>
            </a:prstGeom>
            <a:noFill/>
            <a:ln>
              <a:noFill/>
            </a:ln>
          </p:spPr>
          <p:txBody>
            <a:bodyPr vertOverflow="overflow" vert="horz" wrap="square" rtlCol="0" anchor="t">
              <a:spAutoFit/>
            </a:bodyPr>
            <a:lstStyle/>
            <a:p>
              <a:pPr algn="ctr"/>
              <a:r>
                <a:rPr lang="en-US" sz="1400" b="1" dirty="0">
                  <a:solidFill>
                    <a:srgbClr val="E6FFFB"/>
                  </a:solidFill>
                </a:rPr>
                <a:t>BEFORE BUILD</a:t>
              </a:r>
              <a:endParaRPr lang="en-TH" sz="1400" b="1" dirty="0">
                <a:solidFill>
                  <a:srgbClr val="E6FFFB"/>
                </a:solidFill>
              </a:endParaRPr>
            </a:p>
          </p:txBody>
        </p:sp>
        <p:sp>
          <p:nvSpPr>
            <p:cNvPr id="7" name="TextBox 6">
              <a:extLst>
                <a:ext uri="{FF2B5EF4-FFF2-40B4-BE49-F238E27FC236}">
                  <a16:creationId xmlns:a16="http://schemas.microsoft.com/office/drawing/2014/main" id="{B14E3C80-0DD9-946D-09A2-B900BE4A6ECA}"/>
                </a:ext>
              </a:extLst>
            </p:cNvPr>
            <p:cNvSpPr txBox="1"/>
            <p:nvPr/>
          </p:nvSpPr>
          <p:spPr>
            <a:xfrm>
              <a:off x="8621486" y="2476500"/>
              <a:ext cx="1397000" cy="315471"/>
            </a:xfrm>
            <a:prstGeom prst="rect">
              <a:avLst/>
            </a:prstGeom>
            <a:noFill/>
            <a:ln>
              <a:noFill/>
            </a:ln>
          </p:spPr>
          <p:txBody>
            <a:bodyPr vertOverflow="overflow" vert="horz" wrap="square" rtlCol="0" anchor="t">
              <a:spAutoFit/>
            </a:bodyPr>
            <a:lstStyle/>
            <a:p>
              <a:pPr algn="ctr"/>
              <a:r>
                <a:rPr lang="en-US" sz="1450" b="1" dirty="0"/>
                <a:t>Plan + Define</a:t>
              </a:r>
              <a:endParaRPr lang="en-TH" sz="1450" b="1" dirty="0"/>
            </a:p>
          </p:txBody>
        </p:sp>
        <p:sp>
          <p:nvSpPr>
            <p:cNvPr id="8" name="TextBox 7">
              <a:extLst>
                <a:ext uri="{FF2B5EF4-FFF2-40B4-BE49-F238E27FC236}">
                  <a16:creationId xmlns:a16="http://schemas.microsoft.com/office/drawing/2014/main" id="{598F3A94-09E2-460E-A6E7-D42563ABDF0A}"/>
                </a:ext>
              </a:extLst>
            </p:cNvPr>
            <p:cNvSpPr txBox="1"/>
            <p:nvPr/>
          </p:nvSpPr>
          <p:spPr>
            <a:xfrm>
              <a:off x="8675914" y="2835727"/>
              <a:ext cx="1320800" cy="307777"/>
            </a:xfrm>
            <a:prstGeom prst="rect">
              <a:avLst/>
            </a:prstGeom>
            <a:noFill/>
            <a:ln>
              <a:noFill/>
            </a:ln>
          </p:spPr>
          <p:txBody>
            <a:bodyPr vertOverflow="overflow" vert="horz" wrap="square" rtlCol="0" anchor="t">
              <a:spAutoFit/>
            </a:bodyPr>
            <a:lstStyle/>
            <a:p>
              <a:pPr algn="ctr"/>
              <a:r>
                <a:rPr lang="en-US" sz="1400" dirty="0">
                  <a:solidFill>
                    <a:schemeClr val="tx2">
                      <a:lumMod val="75000"/>
                    </a:schemeClr>
                  </a:solidFill>
                </a:rPr>
                <a:t>Phases 1–2</a:t>
              </a:r>
              <a:endParaRPr lang="en-TH" sz="1400" dirty="0">
                <a:solidFill>
                  <a:schemeClr val="tx2">
                    <a:lumMod val="75000"/>
                  </a:schemeClr>
                </a:solidFill>
              </a:endParaRPr>
            </a:p>
          </p:txBody>
        </p:sp>
      </p:grpSp>
      <p:grpSp>
        <p:nvGrpSpPr>
          <p:cNvPr id="9" name="Group 8">
            <a:extLst>
              <a:ext uri="{FF2B5EF4-FFF2-40B4-BE49-F238E27FC236}">
                <a16:creationId xmlns:a16="http://schemas.microsoft.com/office/drawing/2014/main" id="{A2176DAF-B68B-E0A6-6DA6-BCC76A0DCE0F}"/>
              </a:ext>
            </a:extLst>
          </p:cNvPr>
          <p:cNvGrpSpPr/>
          <p:nvPr/>
        </p:nvGrpSpPr>
        <p:grpSpPr>
          <a:xfrm>
            <a:off x="4664024" y="2867268"/>
            <a:ext cx="1574800" cy="1574800"/>
            <a:chOff x="7226299" y="3860800"/>
            <a:chExt cx="1574800" cy="1574800"/>
          </a:xfrm>
        </p:grpSpPr>
        <p:sp>
          <p:nvSpPr>
            <p:cNvPr id="10" name="Oval 9">
              <a:extLst>
                <a:ext uri="{FF2B5EF4-FFF2-40B4-BE49-F238E27FC236}">
                  <a16:creationId xmlns:a16="http://schemas.microsoft.com/office/drawing/2014/main" id="{EFA94755-918C-885E-417A-DEBFC33A2CEC}"/>
                </a:ext>
              </a:extLst>
            </p:cNvPr>
            <p:cNvSpPr/>
            <p:nvPr/>
          </p:nvSpPr>
          <p:spPr>
            <a:xfrm>
              <a:off x="7226299" y="3860800"/>
              <a:ext cx="1574800" cy="1574800"/>
            </a:xfrm>
            <a:prstGeom prst="ellipse">
              <a:avLst/>
            </a:prstGeom>
            <a:solidFill>
              <a:srgbClr val="3CBDB7"/>
            </a:solidFill>
            <a:ln w="17780" cap="flat" cmpd="sng" algn="ctr">
              <a:solidFill>
                <a:srgbClr val="E6FFF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11" name="TextBox 10">
              <a:extLst>
                <a:ext uri="{FF2B5EF4-FFF2-40B4-BE49-F238E27FC236}">
                  <a16:creationId xmlns:a16="http://schemas.microsoft.com/office/drawing/2014/main" id="{3A541916-B7C6-7D81-3E35-12BCCEE91F81}"/>
                </a:ext>
              </a:extLst>
            </p:cNvPr>
            <p:cNvSpPr txBox="1"/>
            <p:nvPr/>
          </p:nvSpPr>
          <p:spPr>
            <a:xfrm>
              <a:off x="7302499" y="4165600"/>
              <a:ext cx="1422400" cy="307777"/>
            </a:xfrm>
            <a:prstGeom prst="rect">
              <a:avLst/>
            </a:prstGeom>
            <a:noFill/>
            <a:ln>
              <a:noFill/>
            </a:ln>
          </p:spPr>
          <p:txBody>
            <a:bodyPr vertOverflow="overflow" vert="horz" wrap="square" rtlCol="0" anchor="t">
              <a:spAutoFit/>
            </a:bodyPr>
            <a:lstStyle/>
            <a:p>
              <a:pPr algn="ctr"/>
              <a:r>
                <a:rPr lang="en-US" sz="1400" b="1" dirty="0">
                  <a:solidFill>
                    <a:srgbClr val="E6FFFB"/>
                  </a:solidFill>
                </a:rPr>
                <a:t>DURING BUILD</a:t>
              </a:r>
              <a:endParaRPr lang="en-TH" sz="1400" b="1" dirty="0">
                <a:solidFill>
                  <a:srgbClr val="E6FFFB"/>
                </a:solidFill>
              </a:endParaRPr>
            </a:p>
          </p:txBody>
        </p:sp>
        <p:sp>
          <p:nvSpPr>
            <p:cNvPr id="12" name="TextBox 11">
              <a:extLst>
                <a:ext uri="{FF2B5EF4-FFF2-40B4-BE49-F238E27FC236}">
                  <a16:creationId xmlns:a16="http://schemas.microsoft.com/office/drawing/2014/main" id="{22B0E103-F5CD-9B44-8CFD-B024F85BA4DA}"/>
                </a:ext>
              </a:extLst>
            </p:cNvPr>
            <p:cNvSpPr txBox="1"/>
            <p:nvPr/>
          </p:nvSpPr>
          <p:spPr>
            <a:xfrm>
              <a:off x="7315199" y="4483100"/>
              <a:ext cx="1397000" cy="315471"/>
            </a:xfrm>
            <a:prstGeom prst="rect">
              <a:avLst/>
            </a:prstGeom>
            <a:noFill/>
            <a:ln>
              <a:noFill/>
            </a:ln>
          </p:spPr>
          <p:txBody>
            <a:bodyPr vertOverflow="overflow" vert="horz" wrap="square" rtlCol="0" anchor="t">
              <a:spAutoFit/>
            </a:bodyPr>
            <a:lstStyle/>
            <a:p>
              <a:pPr algn="ctr"/>
              <a:r>
                <a:rPr lang="en-US" sz="1450" b="1" dirty="0"/>
                <a:t>Design + Code</a:t>
              </a:r>
              <a:endParaRPr lang="en-TH" sz="1450" b="1" dirty="0"/>
            </a:p>
          </p:txBody>
        </p:sp>
        <p:sp>
          <p:nvSpPr>
            <p:cNvPr id="13" name="TextBox 12">
              <a:extLst>
                <a:ext uri="{FF2B5EF4-FFF2-40B4-BE49-F238E27FC236}">
                  <a16:creationId xmlns:a16="http://schemas.microsoft.com/office/drawing/2014/main" id="{233D4BA2-9D43-2AC1-D10D-70A772CE9E29}"/>
                </a:ext>
              </a:extLst>
            </p:cNvPr>
            <p:cNvSpPr txBox="1"/>
            <p:nvPr/>
          </p:nvSpPr>
          <p:spPr>
            <a:xfrm>
              <a:off x="7369627" y="4842327"/>
              <a:ext cx="1320800" cy="307777"/>
            </a:xfrm>
            <a:prstGeom prst="rect">
              <a:avLst/>
            </a:prstGeom>
            <a:noFill/>
            <a:ln>
              <a:noFill/>
            </a:ln>
          </p:spPr>
          <p:txBody>
            <a:bodyPr vertOverflow="overflow" vert="horz" wrap="square" rtlCol="0" anchor="t">
              <a:spAutoFit/>
            </a:bodyPr>
            <a:lstStyle/>
            <a:p>
              <a:pPr algn="ctr"/>
              <a:r>
                <a:rPr lang="en-US" sz="1400" dirty="0">
                  <a:solidFill>
                    <a:schemeClr val="tx2">
                      <a:lumMod val="75000"/>
                    </a:schemeClr>
                  </a:solidFill>
                </a:rPr>
                <a:t>Phases 3–4</a:t>
              </a:r>
              <a:endParaRPr lang="en-TH" sz="1400" dirty="0">
                <a:solidFill>
                  <a:schemeClr val="tx2">
                    <a:lumMod val="75000"/>
                  </a:schemeClr>
                </a:solidFill>
              </a:endParaRPr>
            </a:p>
          </p:txBody>
        </p:sp>
      </p:grpSp>
      <p:grpSp>
        <p:nvGrpSpPr>
          <p:cNvPr id="14" name="Group 13">
            <a:extLst>
              <a:ext uri="{FF2B5EF4-FFF2-40B4-BE49-F238E27FC236}">
                <a16:creationId xmlns:a16="http://schemas.microsoft.com/office/drawing/2014/main" id="{5D478EC9-17F9-54BA-ECAB-6E6AFADBA566}"/>
              </a:ext>
            </a:extLst>
          </p:cNvPr>
          <p:cNvGrpSpPr/>
          <p:nvPr/>
        </p:nvGrpSpPr>
        <p:grpSpPr>
          <a:xfrm>
            <a:off x="4664024" y="4678031"/>
            <a:ext cx="1574800" cy="1574800"/>
            <a:chOff x="9740899" y="3860800"/>
            <a:chExt cx="1574800" cy="1574800"/>
          </a:xfrm>
        </p:grpSpPr>
        <p:sp>
          <p:nvSpPr>
            <p:cNvPr id="15" name="Oval 14">
              <a:extLst>
                <a:ext uri="{FF2B5EF4-FFF2-40B4-BE49-F238E27FC236}">
                  <a16:creationId xmlns:a16="http://schemas.microsoft.com/office/drawing/2014/main" id="{A391065D-0BE3-B202-62AC-F3FF9FB38E01}"/>
                </a:ext>
              </a:extLst>
            </p:cNvPr>
            <p:cNvSpPr/>
            <p:nvPr/>
          </p:nvSpPr>
          <p:spPr>
            <a:xfrm>
              <a:off x="9740899" y="3860800"/>
              <a:ext cx="1574800" cy="1574800"/>
            </a:xfrm>
            <a:prstGeom prst="ellipse">
              <a:avLst/>
            </a:prstGeom>
            <a:solidFill>
              <a:srgbClr val="3CBDB7"/>
            </a:solidFill>
            <a:ln w="17780" cap="flat" cmpd="sng" algn="ctr">
              <a:solidFill>
                <a:srgbClr val="E6FFF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16" name="TextBox 15">
              <a:extLst>
                <a:ext uri="{FF2B5EF4-FFF2-40B4-BE49-F238E27FC236}">
                  <a16:creationId xmlns:a16="http://schemas.microsoft.com/office/drawing/2014/main" id="{99D7CCC0-88B5-03CA-D4DA-9A03EC72D94B}"/>
                </a:ext>
              </a:extLst>
            </p:cNvPr>
            <p:cNvSpPr txBox="1"/>
            <p:nvPr/>
          </p:nvSpPr>
          <p:spPr>
            <a:xfrm>
              <a:off x="9817099" y="4165600"/>
              <a:ext cx="1422400" cy="307777"/>
            </a:xfrm>
            <a:prstGeom prst="rect">
              <a:avLst/>
            </a:prstGeom>
            <a:noFill/>
            <a:ln>
              <a:noFill/>
            </a:ln>
          </p:spPr>
          <p:txBody>
            <a:bodyPr vertOverflow="overflow" vert="horz" wrap="square" rtlCol="0" anchor="t">
              <a:spAutoFit/>
            </a:bodyPr>
            <a:lstStyle/>
            <a:p>
              <a:pPr algn="ctr"/>
              <a:r>
                <a:rPr lang="en-US" sz="1400" b="1" dirty="0">
                  <a:solidFill>
                    <a:srgbClr val="E6FFFB"/>
                  </a:solidFill>
                </a:rPr>
                <a:t>AFTER BUILD</a:t>
              </a:r>
              <a:endParaRPr lang="en-TH" sz="1400" b="1" dirty="0">
                <a:solidFill>
                  <a:srgbClr val="E6FFFB"/>
                </a:solidFill>
              </a:endParaRPr>
            </a:p>
          </p:txBody>
        </p:sp>
        <p:sp>
          <p:nvSpPr>
            <p:cNvPr id="17" name="TextBox 16">
              <a:extLst>
                <a:ext uri="{FF2B5EF4-FFF2-40B4-BE49-F238E27FC236}">
                  <a16:creationId xmlns:a16="http://schemas.microsoft.com/office/drawing/2014/main" id="{A385AB37-86BE-2D85-9EF3-3871FEEFFE0F}"/>
                </a:ext>
              </a:extLst>
            </p:cNvPr>
            <p:cNvSpPr txBox="1"/>
            <p:nvPr/>
          </p:nvSpPr>
          <p:spPr>
            <a:xfrm>
              <a:off x="9829799" y="4483100"/>
              <a:ext cx="1397000" cy="315471"/>
            </a:xfrm>
            <a:prstGeom prst="rect">
              <a:avLst/>
            </a:prstGeom>
            <a:noFill/>
            <a:ln>
              <a:noFill/>
            </a:ln>
          </p:spPr>
          <p:txBody>
            <a:bodyPr vertOverflow="overflow" vert="horz" wrap="square" rtlCol="0" anchor="t">
              <a:spAutoFit/>
            </a:bodyPr>
            <a:lstStyle/>
            <a:p>
              <a:pPr algn="ctr"/>
              <a:r>
                <a:rPr lang="en-US" sz="1450" b="1" dirty="0"/>
                <a:t>Test + Debug</a:t>
              </a:r>
              <a:endParaRPr lang="en-TH" sz="1450" b="1" dirty="0"/>
            </a:p>
          </p:txBody>
        </p:sp>
        <p:sp>
          <p:nvSpPr>
            <p:cNvPr id="18" name="TextBox 17">
              <a:extLst>
                <a:ext uri="{FF2B5EF4-FFF2-40B4-BE49-F238E27FC236}">
                  <a16:creationId xmlns:a16="http://schemas.microsoft.com/office/drawing/2014/main" id="{16B9774E-6400-327F-984F-4C433CB2B6E4}"/>
                </a:ext>
              </a:extLst>
            </p:cNvPr>
            <p:cNvSpPr txBox="1"/>
            <p:nvPr/>
          </p:nvSpPr>
          <p:spPr>
            <a:xfrm>
              <a:off x="9870391" y="4842327"/>
              <a:ext cx="1320800" cy="307777"/>
            </a:xfrm>
            <a:prstGeom prst="rect">
              <a:avLst/>
            </a:prstGeom>
            <a:noFill/>
            <a:ln>
              <a:noFill/>
            </a:ln>
          </p:spPr>
          <p:txBody>
            <a:bodyPr vertOverflow="overflow" vert="horz" wrap="square" rtlCol="0" anchor="t">
              <a:spAutoFit/>
            </a:bodyPr>
            <a:lstStyle/>
            <a:p>
              <a:pPr algn="ctr"/>
              <a:r>
                <a:rPr lang="en-US" sz="1400" dirty="0">
                  <a:solidFill>
                    <a:schemeClr val="tx2">
                      <a:lumMod val="75000"/>
                    </a:schemeClr>
                  </a:solidFill>
                </a:rPr>
                <a:t>Phases 5</a:t>
              </a:r>
              <a:endParaRPr lang="en-TH" sz="1400" dirty="0">
                <a:solidFill>
                  <a:schemeClr val="tx2">
                    <a:lumMod val="75000"/>
                  </a:schemeClr>
                </a:solidFill>
              </a:endParaRPr>
            </a:p>
          </p:txBody>
        </p:sp>
      </p:grpSp>
      <p:sp>
        <p:nvSpPr>
          <p:cNvPr id="19" name="Input box 1">
            <a:extLst>
              <a:ext uri="{FF2B5EF4-FFF2-40B4-BE49-F238E27FC236}">
                <a16:creationId xmlns:a16="http://schemas.microsoft.com/office/drawing/2014/main" id="{555707B5-C1AA-CF24-0EE1-5F9CF53A2FA6}"/>
              </a:ext>
            </a:extLst>
          </p:cNvPr>
          <p:cNvSpPr txBox="1"/>
          <p:nvPr/>
        </p:nvSpPr>
        <p:spPr>
          <a:xfrm>
            <a:off x="571001" y="1256989"/>
            <a:ext cx="3810000" cy="1016000"/>
          </a:xfrm>
          <a:prstGeom prst="rect">
            <a:avLst/>
          </a:prstGeom>
          <a:noFill/>
          <a:ln>
            <a:noFill/>
          </a:ln>
        </p:spPr>
        <p:txBody>
          <a:bodyPr vertOverflow="overflow" vert="horz" wrap="none" rtlCol="0" anchor="t">
            <a:noAutofit/>
          </a:bodyPr>
          <a:lstStyle/>
          <a:p>
            <a:pPr algn="l"/>
            <a:r>
              <a:rPr lang="en-US" sz="1300" dirty="0">
                <a:latin typeface="Courier New"/>
                <a:cs typeface="Courier New"/>
              </a:rPr>
              <a:t>┌────────────────────────────┐
│ • Clinical Problem         │
│ • Target Users             │
│ • Medical Guidelines       │
└────────────────────────────┘</a:t>
            </a:r>
            <a:endParaRPr lang="en-TH" sz="1300" dirty="0">
              <a:latin typeface="Courier New"/>
              <a:cs typeface="Courier New"/>
            </a:endParaRPr>
          </a:p>
        </p:txBody>
      </p:sp>
      <p:sp>
        <p:nvSpPr>
          <p:cNvPr id="20" name="Input box 3">
            <a:extLst>
              <a:ext uri="{FF2B5EF4-FFF2-40B4-BE49-F238E27FC236}">
                <a16:creationId xmlns:a16="http://schemas.microsoft.com/office/drawing/2014/main" id="{A9C2CF1B-F941-BA22-FAFC-EBA8C82FE14C}"/>
              </a:ext>
            </a:extLst>
          </p:cNvPr>
          <p:cNvSpPr txBox="1"/>
          <p:nvPr/>
        </p:nvSpPr>
        <p:spPr>
          <a:xfrm>
            <a:off x="571001" y="5112954"/>
            <a:ext cx="3810000" cy="1016000"/>
          </a:xfrm>
          <a:prstGeom prst="rect">
            <a:avLst/>
          </a:prstGeom>
          <a:noFill/>
          <a:ln>
            <a:noFill/>
          </a:ln>
        </p:spPr>
        <p:txBody>
          <a:bodyPr vertOverflow="overflow" vert="horz" wrap="none" rtlCol="0" anchor="t">
            <a:noAutofit/>
          </a:bodyPr>
          <a:lstStyle/>
          <a:p>
            <a:pPr algn="l"/>
            <a:r>
              <a:rPr lang="en-US" sz="1300" dirty="0">
                <a:latin typeface="Courier New"/>
                <a:cs typeface="Courier New"/>
              </a:rPr>
              <a:t>┌────────────────────────────┐
│ • 3-Tier Test Suite        │
│ • Runtime Error Logs       │
└────────────────────────────┘</a:t>
            </a:r>
            <a:endParaRPr lang="en-TH" sz="1300" dirty="0">
              <a:latin typeface="Courier New"/>
              <a:cs typeface="Courier New"/>
            </a:endParaRPr>
          </a:p>
        </p:txBody>
      </p:sp>
      <p:sp>
        <p:nvSpPr>
          <p:cNvPr id="21" name="Output box 1">
            <a:extLst>
              <a:ext uri="{FF2B5EF4-FFF2-40B4-BE49-F238E27FC236}">
                <a16:creationId xmlns:a16="http://schemas.microsoft.com/office/drawing/2014/main" id="{973A9E18-06DD-8281-55A3-79A3BA335C9A}"/>
              </a:ext>
            </a:extLst>
          </p:cNvPr>
          <p:cNvSpPr txBox="1"/>
          <p:nvPr/>
        </p:nvSpPr>
        <p:spPr>
          <a:xfrm>
            <a:off x="7173179" y="1271979"/>
            <a:ext cx="3154142" cy="781044"/>
          </a:xfrm>
          <a:prstGeom prst="rect">
            <a:avLst/>
          </a:prstGeom>
          <a:noFill/>
          <a:ln>
            <a:noFill/>
          </a:ln>
        </p:spPr>
        <p:txBody>
          <a:bodyPr vertOverflow="overflow" vert="horz" wrap="none" rtlCol="0" anchor="t">
            <a:noAutofit/>
          </a:bodyPr>
          <a:lstStyle/>
          <a:p>
            <a:r>
              <a:rPr lang="en-US" sz="1300" dirty="0">
                <a:latin typeface="Courier New"/>
                <a:cs typeface="Courier New"/>
              </a:rPr>
              <a:t>┌────────────────────────────┐
│ • SRS Document </a:t>
            </a:r>
            <a:r>
              <a:rPr lang="en-US" sz="1300" i="1" dirty="0">
                <a:latin typeface="Courier New"/>
                <a:cs typeface="Courier New"/>
              </a:rPr>
              <a:t>(The What)</a:t>
            </a:r>
            <a:r>
              <a:rPr lang="en-US" sz="1300" dirty="0">
                <a:latin typeface="Courier New"/>
                <a:cs typeface="Courier New"/>
              </a:rPr>
              <a:t>  │ 
│ • UI Text Wireframe        │   
└────────────────────────────┘</a:t>
            </a:r>
            <a:endParaRPr lang="en-TH" sz="1300" dirty="0">
              <a:latin typeface="Courier New"/>
              <a:cs typeface="Courier New"/>
            </a:endParaRPr>
          </a:p>
        </p:txBody>
      </p:sp>
      <p:sp>
        <p:nvSpPr>
          <p:cNvPr id="22" name="Output box 2">
            <a:extLst>
              <a:ext uri="{FF2B5EF4-FFF2-40B4-BE49-F238E27FC236}">
                <a16:creationId xmlns:a16="http://schemas.microsoft.com/office/drawing/2014/main" id="{67557EFA-C836-215C-E2AC-E53FBB1B87B8}"/>
              </a:ext>
            </a:extLst>
          </p:cNvPr>
          <p:cNvSpPr txBox="1"/>
          <p:nvPr/>
        </p:nvSpPr>
        <p:spPr>
          <a:xfrm>
            <a:off x="7173179" y="3208358"/>
            <a:ext cx="3154142" cy="780313"/>
          </a:xfrm>
          <a:prstGeom prst="rect">
            <a:avLst/>
          </a:prstGeom>
          <a:noFill/>
          <a:ln>
            <a:noFill/>
          </a:ln>
        </p:spPr>
        <p:txBody>
          <a:bodyPr vertOverflow="overflow" vert="horz" wrap="none" rtlCol="0" anchor="t">
            <a:noAutofit/>
          </a:bodyPr>
          <a:lstStyle/>
          <a:p>
            <a:pPr algn="l"/>
            <a:r>
              <a:rPr lang="en-US" sz="1300" dirty="0">
                <a:latin typeface="Courier New"/>
                <a:cs typeface="Courier New"/>
              </a:rPr>
              <a:t>┌────────────────────────────┐
│ • Executable Code          │
│   with </a:t>
            </a:r>
            <a:r>
              <a:rPr lang="en-US" sz="1300" b="1" dirty="0">
                <a:latin typeface="Courier New"/>
                <a:cs typeface="Courier New"/>
              </a:rPr>
              <a:t>Comments</a:t>
            </a:r>
            <a:r>
              <a:rPr lang="en-US" sz="1300" dirty="0">
                <a:latin typeface="Courier New"/>
                <a:cs typeface="Courier New"/>
              </a:rPr>
              <a:t>            │                           │
└────────────────────────────┘</a:t>
            </a:r>
            <a:endParaRPr lang="en-TH" sz="1300" dirty="0">
              <a:latin typeface="Courier New"/>
              <a:cs typeface="Courier New"/>
            </a:endParaRPr>
          </a:p>
        </p:txBody>
      </p:sp>
      <p:sp>
        <p:nvSpPr>
          <p:cNvPr id="23" name="Output box 3">
            <a:extLst>
              <a:ext uri="{FF2B5EF4-FFF2-40B4-BE49-F238E27FC236}">
                <a16:creationId xmlns:a16="http://schemas.microsoft.com/office/drawing/2014/main" id="{CEC24343-D035-665F-3BCF-AD8EDB050E2A}"/>
              </a:ext>
            </a:extLst>
          </p:cNvPr>
          <p:cNvSpPr txBox="1"/>
          <p:nvPr/>
        </p:nvSpPr>
        <p:spPr>
          <a:xfrm>
            <a:off x="7173179" y="5112954"/>
            <a:ext cx="3154142" cy="854382"/>
          </a:xfrm>
          <a:prstGeom prst="rect">
            <a:avLst/>
          </a:prstGeom>
          <a:noFill/>
          <a:ln>
            <a:noFill/>
          </a:ln>
        </p:spPr>
        <p:txBody>
          <a:bodyPr vertOverflow="overflow" vert="horz" wrap="none" rtlCol="0" anchor="t">
            <a:noAutofit/>
          </a:bodyPr>
          <a:lstStyle/>
          <a:p>
            <a:r>
              <a:rPr lang="en-US" sz="1300" dirty="0">
                <a:latin typeface="Courier New"/>
                <a:cs typeface="Courier New"/>
              </a:rPr>
              <a:t>┌────────────────────────────┐
│ • Automated Test Scripts   │
│ • ECG Logic Patches        │
└────────────────────────────┘</a:t>
            </a:r>
            <a:endParaRPr lang="en-TH" sz="1300" dirty="0">
              <a:latin typeface="Courier New"/>
              <a:cs typeface="Courier New"/>
            </a:endParaRPr>
          </a:p>
        </p:txBody>
      </p:sp>
      <p:sp>
        <p:nvSpPr>
          <p:cNvPr id="24" name="Striped Right Arrow 23">
            <a:extLst>
              <a:ext uri="{FF2B5EF4-FFF2-40B4-BE49-F238E27FC236}">
                <a16:creationId xmlns:a16="http://schemas.microsoft.com/office/drawing/2014/main" id="{B4A2DD4A-26E6-C651-F3BA-5801EF2A9DA1}"/>
              </a:ext>
            </a:extLst>
          </p:cNvPr>
          <p:cNvSpPr/>
          <p:nvPr/>
        </p:nvSpPr>
        <p:spPr>
          <a:xfrm>
            <a:off x="3878437" y="1602392"/>
            <a:ext cx="437248" cy="325194"/>
          </a:xfrm>
          <a:prstGeom prst="stripedRightArrow">
            <a:avLst/>
          </a:prstGeom>
          <a:solidFill>
            <a:srgbClr val="3CBD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25" name="Striped Right Arrow 24">
            <a:extLst>
              <a:ext uri="{FF2B5EF4-FFF2-40B4-BE49-F238E27FC236}">
                <a16:creationId xmlns:a16="http://schemas.microsoft.com/office/drawing/2014/main" id="{4F207F1E-E5D8-B9E1-6CBE-F1FE3CADE078}"/>
              </a:ext>
            </a:extLst>
          </p:cNvPr>
          <p:cNvSpPr/>
          <p:nvPr/>
        </p:nvSpPr>
        <p:spPr>
          <a:xfrm>
            <a:off x="3878437" y="3524627"/>
            <a:ext cx="437248" cy="325194"/>
          </a:xfrm>
          <a:prstGeom prst="stripedRightArrow">
            <a:avLst/>
          </a:prstGeom>
          <a:solidFill>
            <a:srgbClr val="3CBD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26" name="Striped Right Arrow 25">
            <a:extLst>
              <a:ext uri="{FF2B5EF4-FFF2-40B4-BE49-F238E27FC236}">
                <a16:creationId xmlns:a16="http://schemas.microsoft.com/office/drawing/2014/main" id="{DA7ADCB0-AE30-CA63-256E-D6E76A257058}"/>
              </a:ext>
            </a:extLst>
          </p:cNvPr>
          <p:cNvSpPr/>
          <p:nvPr/>
        </p:nvSpPr>
        <p:spPr>
          <a:xfrm>
            <a:off x="3878437" y="5353427"/>
            <a:ext cx="437248" cy="325194"/>
          </a:xfrm>
          <a:prstGeom prst="stripedRightArrow">
            <a:avLst/>
          </a:prstGeom>
          <a:solidFill>
            <a:srgbClr val="3CBD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27" name="Striped Right Arrow 26">
            <a:extLst>
              <a:ext uri="{FF2B5EF4-FFF2-40B4-BE49-F238E27FC236}">
                <a16:creationId xmlns:a16="http://schemas.microsoft.com/office/drawing/2014/main" id="{0BA2D90A-E602-0897-48CD-3562FA29C6C8}"/>
              </a:ext>
            </a:extLst>
          </p:cNvPr>
          <p:cNvSpPr/>
          <p:nvPr/>
        </p:nvSpPr>
        <p:spPr>
          <a:xfrm>
            <a:off x="6480126" y="1591502"/>
            <a:ext cx="437248" cy="325194"/>
          </a:xfrm>
          <a:prstGeom prst="stripedRightArrow">
            <a:avLst/>
          </a:prstGeom>
          <a:solidFill>
            <a:srgbClr val="3CBD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28" name="Striped Right Arrow 27">
            <a:extLst>
              <a:ext uri="{FF2B5EF4-FFF2-40B4-BE49-F238E27FC236}">
                <a16:creationId xmlns:a16="http://schemas.microsoft.com/office/drawing/2014/main" id="{85562A44-E7E5-0F87-9993-6EF16A4FB309}"/>
              </a:ext>
            </a:extLst>
          </p:cNvPr>
          <p:cNvSpPr/>
          <p:nvPr/>
        </p:nvSpPr>
        <p:spPr>
          <a:xfrm>
            <a:off x="6480126" y="3513737"/>
            <a:ext cx="437248" cy="325194"/>
          </a:xfrm>
          <a:prstGeom prst="stripedRightArrow">
            <a:avLst/>
          </a:prstGeom>
          <a:solidFill>
            <a:srgbClr val="3CBD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29" name="Striped Right Arrow 28">
            <a:extLst>
              <a:ext uri="{FF2B5EF4-FFF2-40B4-BE49-F238E27FC236}">
                <a16:creationId xmlns:a16="http://schemas.microsoft.com/office/drawing/2014/main" id="{229EDF50-20AD-80FF-EB45-2A75D827F3AB}"/>
              </a:ext>
            </a:extLst>
          </p:cNvPr>
          <p:cNvSpPr/>
          <p:nvPr/>
        </p:nvSpPr>
        <p:spPr>
          <a:xfrm>
            <a:off x="6480126" y="5342537"/>
            <a:ext cx="437248" cy="325194"/>
          </a:xfrm>
          <a:prstGeom prst="stripedRightArrow">
            <a:avLst/>
          </a:prstGeom>
          <a:solidFill>
            <a:srgbClr val="3CBD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30" name="Text 2">
            <a:extLst>
              <a:ext uri="{FF2B5EF4-FFF2-40B4-BE49-F238E27FC236}">
                <a16:creationId xmlns:a16="http://schemas.microsoft.com/office/drawing/2014/main" id="{FBD62F37-EEDA-0FF0-182F-80D718D956CE}"/>
              </a:ext>
            </a:extLst>
          </p:cNvPr>
          <p:cNvSpPr/>
          <p:nvPr/>
        </p:nvSpPr>
        <p:spPr>
          <a:xfrm>
            <a:off x="685782" y="404128"/>
            <a:ext cx="10107403" cy="704850"/>
          </a:xfrm>
          <a:prstGeom prst="rect">
            <a:avLst/>
          </a:prstGeom>
          <a:noFill/>
          <a:ln/>
        </p:spPr>
        <p:txBody>
          <a:bodyPr wrap="square" lIns="0" tIns="0" rIns="0" bIns="0" rtlCol="0" anchor="t"/>
          <a:lstStyle/>
          <a:p>
            <a:r>
              <a:rPr lang="en-US" sz="2650" b="1" dirty="0">
                <a:solidFill>
                  <a:srgbClr val="0B1328"/>
                </a:solidFill>
                <a:latin typeface="Helvetica Neue" pitchFamily="34" charset="0"/>
                <a:ea typeface="Helvetica Neue" pitchFamily="34" charset="-122"/>
                <a:cs typeface="Helvetica Neue" pitchFamily="34" charset="-120"/>
              </a:rPr>
              <a:t>Software Development Pipeline</a:t>
            </a:r>
            <a:endParaRPr lang="en-US" sz="2650" dirty="0"/>
          </a:p>
        </p:txBody>
      </p:sp>
      <p:sp>
        <p:nvSpPr>
          <p:cNvPr id="31" name="Output box 1">
            <a:extLst>
              <a:ext uri="{FF2B5EF4-FFF2-40B4-BE49-F238E27FC236}">
                <a16:creationId xmlns:a16="http://schemas.microsoft.com/office/drawing/2014/main" id="{24761FD9-CC90-FAB4-0462-A4BB21C6D749}"/>
              </a:ext>
            </a:extLst>
          </p:cNvPr>
          <p:cNvSpPr txBox="1"/>
          <p:nvPr/>
        </p:nvSpPr>
        <p:spPr>
          <a:xfrm>
            <a:off x="571002" y="3224899"/>
            <a:ext cx="3158668" cy="915655"/>
          </a:xfrm>
          <a:prstGeom prst="rect">
            <a:avLst/>
          </a:prstGeom>
          <a:noFill/>
          <a:ln>
            <a:noFill/>
          </a:ln>
        </p:spPr>
        <p:txBody>
          <a:bodyPr vertOverflow="overflow" vert="horz" wrap="none" rtlCol="0" anchor="t">
            <a:noAutofit/>
          </a:bodyPr>
          <a:lstStyle/>
          <a:p>
            <a:r>
              <a:rPr lang="en-US" sz="1300" dirty="0">
                <a:latin typeface="Courier New"/>
                <a:cs typeface="Courier New"/>
              </a:rPr>
              <a:t>┌────────────────────────────┐
│ • Technical Design Document│</a:t>
            </a:r>
          </a:p>
          <a:p>
            <a:r>
              <a:rPr lang="en-US" sz="1300" dirty="0">
                <a:latin typeface="Courier New"/>
                <a:cs typeface="Courier New"/>
              </a:rPr>
              <a:t>│  </a:t>
            </a:r>
            <a:r>
              <a:rPr lang="en-US" sz="1300" i="1" dirty="0">
                <a:latin typeface="Courier New"/>
                <a:cs typeface="Courier New"/>
              </a:rPr>
              <a:t>(The How</a:t>
            </a:r>
            <a:r>
              <a:rPr lang="en-US" sz="1300" dirty="0">
                <a:latin typeface="Courier New"/>
                <a:cs typeface="Courier New"/>
              </a:rPr>
              <a:t> - </a:t>
            </a:r>
            <a:r>
              <a:rPr lang="en-US" sz="1300" b="1" dirty="0">
                <a:latin typeface="Courier New"/>
                <a:cs typeface="Courier New"/>
              </a:rPr>
              <a:t>Modular</a:t>
            </a:r>
            <a:r>
              <a:rPr lang="en-US" sz="1300" dirty="0">
                <a:latin typeface="Courier New"/>
                <a:cs typeface="Courier New"/>
              </a:rPr>
              <a:t>)</a:t>
            </a:r>
            <a:r>
              <a:rPr lang="en-US" sz="1300" i="1" dirty="0">
                <a:latin typeface="Courier New"/>
                <a:cs typeface="Courier New"/>
              </a:rPr>
              <a:t>       </a:t>
            </a:r>
            <a:r>
              <a:rPr lang="en-US" sz="1300" dirty="0">
                <a:latin typeface="Courier New"/>
                <a:cs typeface="Courier New"/>
              </a:rPr>
              <a:t>│  
└────────────────────────────┘</a:t>
            </a:r>
            <a:endParaRPr lang="en-TH" sz="1300" dirty="0">
              <a:latin typeface="Courier New"/>
              <a:cs typeface="Courier New"/>
            </a:endParaRPr>
          </a:p>
        </p:txBody>
      </p:sp>
      <p:cxnSp>
        <p:nvCxnSpPr>
          <p:cNvPr id="32" name="Elbow Connector 31">
            <a:extLst>
              <a:ext uri="{FF2B5EF4-FFF2-40B4-BE49-F238E27FC236}">
                <a16:creationId xmlns:a16="http://schemas.microsoft.com/office/drawing/2014/main" id="{C50E742E-129B-C665-0599-A7AFA105AF4A}"/>
              </a:ext>
            </a:extLst>
          </p:cNvPr>
          <p:cNvCxnSpPr>
            <a:cxnSpLocks/>
            <a:stCxn id="21" idx="2"/>
            <a:endCxn id="31" idx="1"/>
          </p:cNvCxnSpPr>
          <p:nvPr/>
        </p:nvCxnSpPr>
        <p:spPr>
          <a:xfrm rot="5400000">
            <a:off x="3845774" y="-1221749"/>
            <a:ext cx="1629704" cy="8179248"/>
          </a:xfrm>
          <a:prstGeom prst="bentConnector4">
            <a:avLst>
              <a:gd name="adj1" fmla="val 35954"/>
              <a:gd name="adj2" fmla="val 102795"/>
            </a:avLst>
          </a:prstGeom>
          <a:ln w="19050">
            <a:solidFill>
              <a:srgbClr val="114E4A"/>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4167AAB0-2F92-CDE4-5E5E-04510A3574B5}"/>
              </a:ext>
            </a:extLst>
          </p:cNvPr>
          <p:cNvCxnSpPr>
            <a:cxnSpLocks/>
            <a:stCxn id="22" idx="2"/>
            <a:endCxn id="20" idx="1"/>
          </p:cNvCxnSpPr>
          <p:nvPr/>
        </p:nvCxnSpPr>
        <p:spPr>
          <a:xfrm rot="5400000">
            <a:off x="3844485" y="715188"/>
            <a:ext cx="1632283" cy="8179249"/>
          </a:xfrm>
          <a:prstGeom prst="bentConnector4">
            <a:avLst>
              <a:gd name="adj1" fmla="val 34439"/>
              <a:gd name="adj2" fmla="val 102795"/>
            </a:avLst>
          </a:prstGeom>
          <a:ln w="19050">
            <a:solidFill>
              <a:srgbClr val="114E4A"/>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34" name="Graphic 33" descr="User with solid fill">
            <a:extLst>
              <a:ext uri="{FF2B5EF4-FFF2-40B4-BE49-F238E27FC236}">
                <a16:creationId xmlns:a16="http://schemas.microsoft.com/office/drawing/2014/main" id="{1086B0F4-932A-24E7-1107-2B264B652E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912158" y="1251502"/>
            <a:ext cx="699036" cy="699036"/>
          </a:xfrm>
          <a:prstGeom prst="rect">
            <a:avLst/>
          </a:prstGeom>
        </p:spPr>
      </p:pic>
      <p:sp>
        <p:nvSpPr>
          <p:cNvPr id="35" name="TextBox 34">
            <a:extLst>
              <a:ext uri="{FF2B5EF4-FFF2-40B4-BE49-F238E27FC236}">
                <a16:creationId xmlns:a16="http://schemas.microsoft.com/office/drawing/2014/main" id="{96061BAA-1B99-FF17-43FA-EE07E2C71A77}"/>
              </a:ext>
            </a:extLst>
          </p:cNvPr>
          <p:cNvSpPr txBox="1"/>
          <p:nvPr/>
        </p:nvSpPr>
        <p:spPr>
          <a:xfrm>
            <a:off x="10425549" y="1890578"/>
            <a:ext cx="1672253" cy="461665"/>
          </a:xfrm>
          <a:prstGeom prst="rect">
            <a:avLst/>
          </a:prstGeom>
          <a:noFill/>
        </p:spPr>
        <p:txBody>
          <a:bodyPr wrap="none" rtlCol="0">
            <a:spAutoFit/>
          </a:bodyPr>
          <a:lstStyle/>
          <a:p>
            <a:pPr algn="ctr"/>
            <a:r>
              <a:rPr lang="en-TH" sz="1200" b="1" dirty="0">
                <a:latin typeface="Courier New" panose="02070309020205020404" pitchFamily="49" charset="0"/>
                <a:cs typeface="Courier New" panose="02070309020205020404" pitchFamily="49" charset="0"/>
              </a:rPr>
              <a:t>Business Analyst</a:t>
            </a:r>
          </a:p>
          <a:p>
            <a:pPr algn="ctr"/>
            <a:r>
              <a:rPr lang="en-TH" sz="1200" b="1" dirty="0">
                <a:latin typeface="Courier New" panose="02070309020205020404" pitchFamily="49" charset="0"/>
                <a:cs typeface="Courier New" panose="02070309020205020404" pitchFamily="49" charset="0"/>
              </a:rPr>
              <a:t>(BA)</a:t>
            </a:r>
          </a:p>
        </p:txBody>
      </p:sp>
      <p:pic>
        <p:nvPicPr>
          <p:cNvPr id="36" name="Graphic 35" descr="User with solid fill">
            <a:extLst>
              <a:ext uri="{FF2B5EF4-FFF2-40B4-BE49-F238E27FC236}">
                <a16:creationId xmlns:a16="http://schemas.microsoft.com/office/drawing/2014/main" id="{09EFDF2F-4000-83DC-A730-DBBE94EE372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929247" y="3087985"/>
            <a:ext cx="699036" cy="699036"/>
          </a:xfrm>
          <a:prstGeom prst="rect">
            <a:avLst/>
          </a:prstGeom>
        </p:spPr>
      </p:pic>
      <p:sp>
        <p:nvSpPr>
          <p:cNvPr id="37" name="TextBox 36">
            <a:extLst>
              <a:ext uri="{FF2B5EF4-FFF2-40B4-BE49-F238E27FC236}">
                <a16:creationId xmlns:a16="http://schemas.microsoft.com/office/drawing/2014/main" id="{DE312191-7F94-5FF3-38E9-33B5120EA207}"/>
              </a:ext>
            </a:extLst>
          </p:cNvPr>
          <p:cNvSpPr txBox="1"/>
          <p:nvPr/>
        </p:nvSpPr>
        <p:spPr>
          <a:xfrm>
            <a:off x="10349667" y="3727061"/>
            <a:ext cx="1858201" cy="461665"/>
          </a:xfrm>
          <a:prstGeom prst="rect">
            <a:avLst/>
          </a:prstGeom>
          <a:noFill/>
        </p:spPr>
        <p:txBody>
          <a:bodyPr wrap="none" rtlCol="0">
            <a:spAutoFit/>
          </a:bodyPr>
          <a:lstStyle/>
          <a:p>
            <a:pPr algn="ctr"/>
            <a:r>
              <a:rPr lang="en-TH" sz="1200" b="1" dirty="0">
                <a:latin typeface="Courier New" panose="02070309020205020404" pitchFamily="49" charset="0"/>
                <a:cs typeface="Courier New" panose="02070309020205020404" pitchFamily="49" charset="0"/>
              </a:rPr>
              <a:t>Software Developer</a:t>
            </a:r>
          </a:p>
          <a:p>
            <a:pPr algn="ctr"/>
            <a:r>
              <a:rPr lang="en-TH" sz="1200" b="1" dirty="0">
                <a:latin typeface="Courier New" panose="02070309020205020404" pitchFamily="49" charset="0"/>
                <a:cs typeface="Courier New" panose="02070309020205020404" pitchFamily="49" charset="0"/>
              </a:rPr>
              <a:t>(Dev)</a:t>
            </a:r>
          </a:p>
        </p:txBody>
      </p:sp>
      <p:pic>
        <p:nvPicPr>
          <p:cNvPr id="38" name="Graphic 37" descr="User with solid fill">
            <a:extLst>
              <a:ext uri="{FF2B5EF4-FFF2-40B4-BE49-F238E27FC236}">
                <a16:creationId xmlns:a16="http://schemas.microsoft.com/office/drawing/2014/main" id="{70EAE606-B6B7-BF19-E17A-185494E3BE7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908074" y="4976726"/>
            <a:ext cx="699036" cy="699036"/>
          </a:xfrm>
          <a:prstGeom prst="rect">
            <a:avLst/>
          </a:prstGeom>
        </p:spPr>
      </p:pic>
      <p:sp>
        <p:nvSpPr>
          <p:cNvPr id="39" name="TextBox 38">
            <a:extLst>
              <a:ext uri="{FF2B5EF4-FFF2-40B4-BE49-F238E27FC236}">
                <a16:creationId xmlns:a16="http://schemas.microsoft.com/office/drawing/2014/main" id="{C1920396-C3EF-FFC3-646B-2E8950EDD98A}"/>
              </a:ext>
            </a:extLst>
          </p:cNvPr>
          <p:cNvSpPr txBox="1"/>
          <p:nvPr/>
        </p:nvSpPr>
        <p:spPr>
          <a:xfrm>
            <a:off x="10328494" y="5615802"/>
            <a:ext cx="1858201" cy="646331"/>
          </a:xfrm>
          <a:prstGeom prst="rect">
            <a:avLst/>
          </a:prstGeom>
          <a:noFill/>
        </p:spPr>
        <p:txBody>
          <a:bodyPr wrap="none" rtlCol="0">
            <a:spAutoFit/>
          </a:bodyPr>
          <a:lstStyle/>
          <a:p>
            <a:pPr algn="ctr"/>
            <a:r>
              <a:rPr lang="en-TH" sz="1200" b="1" dirty="0">
                <a:latin typeface="Courier New" panose="02070309020205020404" pitchFamily="49" charset="0"/>
                <a:cs typeface="Courier New" panose="02070309020205020404" pitchFamily="49" charset="0"/>
              </a:rPr>
              <a:t>Quality Assurance </a:t>
            </a:r>
          </a:p>
          <a:p>
            <a:pPr algn="ctr"/>
            <a:r>
              <a:rPr lang="en-TH" sz="1200" b="1" dirty="0">
                <a:latin typeface="Courier New" panose="02070309020205020404" pitchFamily="49" charset="0"/>
                <a:cs typeface="Courier New" panose="02070309020205020404" pitchFamily="49" charset="0"/>
              </a:rPr>
              <a:t>Engineer</a:t>
            </a:r>
          </a:p>
          <a:p>
            <a:pPr algn="ctr"/>
            <a:r>
              <a:rPr lang="en-TH" sz="1200" b="1" dirty="0">
                <a:latin typeface="Courier New" panose="02070309020205020404" pitchFamily="49" charset="0"/>
                <a:cs typeface="Courier New" panose="02070309020205020404" pitchFamily="49" charset="0"/>
              </a:rPr>
              <a:t>(QA)</a:t>
            </a:r>
          </a:p>
        </p:txBody>
      </p:sp>
    </p:spTree>
    <p:extLst>
      <p:ext uri="{BB962C8B-B14F-4D97-AF65-F5344CB8AC3E}">
        <p14:creationId xmlns:p14="http://schemas.microsoft.com/office/powerpoint/2010/main" val="218039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FE97B1E-62DD-2DCA-6889-20152D4B9D57}"/>
              </a:ext>
            </a:extLst>
          </p:cNvPr>
          <p:cNvSpPr>
            <a:spLocks noGrp="1"/>
          </p:cNvSpPr>
          <p:nvPr>
            <p:ph type="title"/>
          </p:nvPr>
        </p:nvSpPr>
        <p:spPr/>
        <p:txBody>
          <a:bodyPr/>
          <a:lstStyle/>
          <a:p>
            <a:r>
              <a:rPr lang="en-US" dirty="0"/>
              <a:t>SRS: Software Requirement Specification</a:t>
            </a:r>
            <a:endParaRPr lang="en-TH" dirty="0"/>
          </a:p>
        </p:txBody>
      </p:sp>
      <p:sp>
        <p:nvSpPr>
          <p:cNvPr id="8" name="Content Placeholder 7">
            <a:extLst>
              <a:ext uri="{FF2B5EF4-FFF2-40B4-BE49-F238E27FC236}">
                <a16:creationId xmlns:a16="http://schemas.microsoft.com/office/drawing/2014/main" id="{58B4EB86-998F-EE19-5A03-0C5D2FD33B30}"/>
              </a:ext>
            </a:extLst>
          </p:cNvPr>
          <p:cNvSpPr>
            <a:spLocks noGrp="1"/>
          </p:cNvSpPr>
          <p:nvPr>
            <p:ph sz="half" idx="1"/>
          </p:nvPr>
        </p:nvSpPr>
        <p:spPr/>
        <p:txBody>
          <a:bodyPr>
            <a:normAutofit fontScale="55000" lnSpcReduction="20000"/>
          </a:bodyPr>
          <a:lstStyle/>
          <a:p>
            <a:pPr>
              <a:lnSpc>
                <a:spcPct val="120000"/>
              </a:lnSpc>
            </a:pPr>
            <a:r>
              <a:rPr lang="en-TH" b="1" dirty="0"/>
              <a:t>Business Goals &amp; Scope ("Why")</a:t>
            </a:r>
            <a:endParaRPr lang="en-TH" dirty="0"/>
          </a:p>
          <a:p>
            <a:pPr lvl="1">
              <a:lnSpc>
                <a:spcPct val="120000"/>
              </a:lnSpc>
            </a:pPr>
            <a:r>
              <a:rPr lang="en-TH" dirty="0"/>
              <a:t>Problem statement, success metrics, and budget/deadlines.</a:t>
            </a:r>
          </a:p>
          <a:p>
            <a:pPr lvl="1">
              <a:lnSpc>
                <a:spcPct val="120000"/>
              </a:lnSpc>
            </a:pPr>
            <a:r>
              <a:rPr lang="en-TH" dirty="0"/>
              <a:t>Strict boundaries on what is </a:t>
            </a:r>
            <a:r>
              <a:rPr lang="en-TH" b="1" dirty="0"/>
              <a:t>in-scope</a:t>
            </a:r>
            <a:r>
              <a:rPr lang="en-TH" dirty="0"/>
              <a:t> vs. </a:t>
            </a:r>
            <a:r>
              <a:rPr lang="en-TH" b="1" dirty="0"/>
              <a:t>out-of-scope</a:t>
            </a:r>
            <a:r>
              <a:rPr lang="en-TH" dirty="0"/>
              <a:t>.</a:t>
            </a:r>
          </a:p>
          <a:p>
            <a:pPr>
              <a:lnSpc>
                <a:spcPct val="120000"/>
              </a:lnSpc>
            </a:pPr>
            <a:r>
              <a:rPr lang="en-TH" b="1" dirty="0"/>
              <a:t>User Roles &amp; Audience ("Who")</a:t>
            </a:r>
            <a:endParaRPr lang="en-TH" dirty="0"/>
          </a:p>
          <a:p>
            <a:pPr lvl="1">
              <a:lnSpc>
                <a:spcPct val="120000"/>
              </a:lnSpc>
            </a:pPr>
            <a:r>
              <a:rPr lang="en-TH" dirty="0"/>
              <a:t>Detailed personas (Primary users, Admins, Third-party actors).</a:t>
            </a:r>
          </a:p>
          <a:p>
            <a:pPr lvl="1">
              <a:lnSpc>
                <a:spcPct val="120000"/>
              </a:lnSpc>
            </a:pPr>
            <a:r>
              <a:rPr lang="en-TH" dirty="0"/>
              <a:t>Role-Based Access Control (RBAC) and permission matrices.</a:t>
            </a:r>
          </a:p>
          <a:p>
            <a:pPr>
              <a:lnSpc>
                <a:spcPct val="120000"/>
              </a:lnSpc>
            </a:pPr>
            <a:r>
              <a:rPr lang="en-TH" b="1" dirty="0"/>
              <a:t>Functional Requirements ("What")</a:t>
            </a:r>
            <a:endParaRPr lang="en-TH" dirty="0"/>
          </a:p>
          <a:p>
            <a:pPr lvl="1">
              <a:lnSpc>
                <a:spcPct val="120000"/>
              </a:lnSpc>
            </a:pPr>
            <a:r>
              <a:rPr lang="en-TH" dirty="0"/>
              <a:t>Step-by-step user workflows and core feature capabilities.</a:t>
            </a:r>
          </a:p>
          <a:p>
            <a:pPr lvl="1">
              <a:lnSpc>
                <a:spcPct val="120000"/>
              </a:lnSpc>
            </a:pPr>
            <a:r>
              <a:rPr lang="en-TH" dirty="0"/>
              <a:t>Data inputs, processing rules, and expected system outputs.</a:t>
            </a:r>
          </a:p>
          <a:p>
            <a:pPr lvl="1">
              <a:lnSpc>
                <a:spcPct val="120000"/>
              </a:lnSpc>
            </a:pPr>
            <a:r>
              <a:rPr lang="en-TH" dirty="0"/>
              <a:t>Error handling, validation rules, and automated notification triggers.</a:t>
            </a:r>
          </a:p>
        </p:txBody>
      </p:sp>
      <p:sp>
        <p:nvSpPr>
          <p:cNvPr id="9" name="Content Placeholder 8">
            <a:extLst>
              <a:ext uri="{FF2B5EF4-FFF2-40B4-BE49-F238E27FC236}">
                <a16:creationId xmlns:a16="http://schemas.microsoft.com/office/drawing/2014/main" id="{A988BA11-277D-0E7B-8A29-7070E3ED44C8}"/>
              </a:ext>
            </a:extLst>
          </p:cNvPr>
          <p:cNvSpPr>
            <a:spLocks noGrp="1"/>
          </p:cNvSpPr>
          <p:nvPr>
            <p:ph sz="half" idx="2"/>
          </p:nvPr>
        </p:nvSpPr>
        <p:spPr/>
        <p:txBody>
          <a:bodyPr>
            <a:normAutofit fontScale="55000" lnSpcReduction="20000"/>
          </a:bodyPr>
          <a:lstStyle/>
          <a:p>
            <a:pPr>
              <a:lnSpc>
                <a:spcPct val="120000"/>
              </a:lnSpc>
            </a:pPr>
            <a:r>
              <a:rPr lang="en-TH" b="1" dirty="0"/>
              <a:t>Non-Functional Requirements ("How Well")</a:t>
            </a:r>
            <a:endParaRPr lang="en-TH" dirty="0"/>
          </a:p>
          <a:p>
            <a:pPr lvl="1">
              <a:lnSpc>
                <a:spcPct val="120000"/>
              </a:lnSpc>
            </a:pPr>
            <a:r>
              <a:rPr lang="en-TH" b="1" dirty="0"/>
              <a:t>Performance:</a:t>
            </a:r>
            <a:r>
              <a:rPr lang="en-TH" dirty="0"/>
              <a:t> Maximum page load times and API latency limits.</a:t>
            </a:r>
          </a:p>
          <a:p>
            <a:pPr lvl="1">
              <a:lnSpc>
                <a:spcPct val="120000"/>
              </a:lnSpc>
            </a:pPr>
            <a:r>
              <a:rPr lang="en-TH" b="1" dirty="0"/>
              <a:t>Availability:</a:t>
            </a:r>
            <a:r>
              <a:rPr lang="en-TH" dirty="0"/>
              <a:t> Target uptime percentages (e.g., 99.9% for medical apps).</a:t>
            </a:r>
          </a:p>
          <a:p>
            <a:pPr lvl="1">
              <a:lnSpc>
                <a:spcPct val="120000"/>
              </a:lnSpc>
            </a:pPr>
            <a:r>
              <a:rPr lang="en-TH" b="1" dirty="0"/>
              <a:t>Scalability &amp; Usability:</a:t>
            </a:r>
            <a:r>
              <a:rPr lang="en-TH" dirty="0"/>
              <a:t> Storage growth plans and accessibility compliance.</a:t>
            </a:r>
          </a:p>
          <a:p>
            <a:pPr>
              <a:lnSpc>
                <a:spcPct val="120000"/>
              </a:lnSpc>
            </a:pPr>
            <a:r>
              <a:rPr lang="en-TH" b="1" dirty="0"/>
              <a:t>Security &amp; Compliance (The Guardrails)</a:t>
            </a:r>
            <a:endParaRPr lang="en-TH" dirty="0"/>
          </a:p>
          <a:p>
            <a:pPr lvl="1">
              <a:lnSpc>
                <a:spcPct val="120000"/>
              </a:lnSpc>
            </a:pPr>
            <a:r>
              <a:rPr lang="en-TH" dirty="0"/>
              <a:t>Regulatory requirements (HIPAA, GDPR, PCI-DSS).</a:t>
            </a:r>
          </a:p>
          <a:p>
            <a:pPr lvl="1">
              <a:lnSpc>
                <a:spcPct val="120000"/>
              </a:lnSpc>
            </a:pPr>
            <a:r>
              <a:rPr lang="en-TH" dirty="0"/>
              <a:t>Data encryption protocols (at-rest and in-transit).</a:t>
            </a:r>
          </a:p>
          <a:p>
            <a:pPr lvl="1">
              <a:lnSpc>
                <a:spcPct val="120000"/>
              </a:lnSpc>
            </a:pPr>
            <a:r>
              <a:rPr lang="en-TH" dirty="0"/>
              <a:t>Permanent audit logging for sensitive user actions.</a:t>
            </a:r>
          </a:p>
          <a:p>
            <a:pPr>
              <a:lnSpc>
                <a:spcPct val="120000"/>
              </a:lnSpc>
            </a:pPr>
            <a:r>
              <a:rPr lang="en-TH" b="1" dirty="0"/>
              <a:t>System Integrations ("Connections")</a:t>
            </a:r>
            <a:endParaRPr lang="en-TH" dirty="0"/>
          </a:p>
          <a:p>
            <a:pPr lvl="1">
              <a:lnSpc>
                <a:spcPct val="120000"/>
              </a:lnSpc>
            </a:pPr>
            <a:r>
              <a:rPr lang="en-TH" dirty="0"/>
              <a:t>Third-party API dependencies and legacy system connections.</a:t>
            </a:r>
          </a:p>
          <a:p>
            <a:pPr lvl="1">
              <a:lnSpc>
                <a:spcPct val="120000"/>
              </a:lnSpc>
            </a:pPr>
            <a:r>
              <a:rPr lang="en-TH" dirty="0"/>
              <a:t>Target deployment environments, hardware dependencies, and browser support.</a:t>
            </a:r>
          </a:p>
        </p:txBody>
      </p:sp>
      <p:sp>
        <p:nvSpPr>
          <p:cNvPr id="2" name="Date Placeholder 1">
            <a:extLst>
              <a:ext uri="{FF2B5EF4-FFF2-40B4-BE49-F238E27FC236}">
                <a16:creationId xmlns:a16="http://schemas.microsoft.com/office/drawing/2014/main" id="{C2BEFFC3-BF66-E743-7C3D-4B6DA5B1F216}"/>
              </a:ext>
            </a:extLst>
          </p:cNvPr>
          <p:cNvSpPr>
            <a:spLocks noGrp="1"/>
          </p:cNvSpPr>
          <p:nvPr>
            <p:ph type="dt" sz="half" idx="10"/>
          </p:nvPr>
        </p:nvSpPr>
        <p:spPr/>
        <p:txBody>
          <a:bodyPr/>
          <a:lstStyle/>
          <a:p>
            <a:fld id="{8634FB73-7407-0748-BFD3-AF84AFFB1E2B}" type="datetime5">
              <a:rPr lang="en-US" smtClean="0"/>
              <a:t>22-Jul-26</a:t>
            </a:fld>
            <a:endParaRPr lang="en-TH"/>
          </a:p>
        </p:txBody>
      </p:sp>
      <p:sp>
        <p:nvSpPr>
          <p:cNvPr id="4" name="Slide Number Placeholder 3">
            <a:extLst>
              <a:ext uri="{FF2B5EF4-FFF2-40B4-BE49-F238E27FC236}">
                <a16:creationId xmlns:a16="http://schemas.microsoft.com/office/drawing/2014/main" id="{31AD246D-6FCC-CB43-EA93-5314B7299DCF}"/>
              </a:ext>
            </a:extLst>
          </p:cNvPr>
          <p:cNvSpPr>
            <a:spLocks noGrp="1"/>
          </p:cNvSpPr>
          <p:nvPr>
            <p:ph type="sldNum" sz="quarter" idx="12"/>
          </p:nvPr>
        </p:nvSpPr>
        <p:spPr/>
        <p:txBody>
          <a:bodyPr/>
          <a:lstStyle/>
          <a:p>
            <a:fld id="{21F7FF55-A4C8-434F-9C7E-35C05141D3A5}" type="slidenum">
              <a:rPr lang="en-TH" smtClean="0"/>
              <a:t>8</a:t>
            </a:fld>
            <a:endParaRPr lang="en-TH"/>
          </a:p>
        </p:txBody>
      </p:sp>
    </p:spTree>
    <p:extLst>
      <p:ext uri="{BB962C8B-B14F-4D97-AF65-F5344CB8AC3E}">
        <p14:creationId xmlns:p14="http://schemas.microsoft.com/office/powerpoint/2010/main" val="2280328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D1413-1D86-68B3-F987-D78C1CDE2C1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CB2A9E0-1727-9925-1182-0791E7E10348}"/>
              </a:ext>
            </a:extLst>
          </p:cNvPr>
          <p:cNvSpPr>
            <a:spLocks noGrp="1"/>
          </p:cNvSpPr>
          <p:nvPr>
            <p:ph type="title"/>
          </p:nvPr>
        </p:nvSpPr>
        <p:spPr/>
        <p:txBody>
          <a:bodyPr/>
          <a:lstStyle/>
          <a:p>
            <a:r>
              <a:rPr lang="en-US" dirty="0"/>
              <a:t>TDD: Technical Design Document</a:t>
            </a:r>
            <a:endParaRPr lang="en-TH" dirty="0"/>
          </a:p>
        </p:txBody>
      </p:sp>
      <p:sp>
        <p:nvSpPr>
          <p:cNvPr id="2" name="Content Placeholder 1">
            <a:extLst>
              <a:ext uri="{FF2B5EF4-FFF2-40B4-BE49-F238E27FC236}">
                <a16:creationId xmlns:a16="http://schemas.microsoft.com/office/drawing/2014/main" id="{5B256BF8-FA3C-0193-3B39-2F376A20D383}"/>
              </a:ext>
            </a:extLst>
          </p:cNvPr>
          <p:cNvSpPr>
            <a:spLocks noGrp="1"/>
          </p:cNvSpPr>
          <p:nvPr>
            <p:ph sz="half" idx="1"/>
          </p:nvPr>
        </p:nvSpPr>
        <p:spPr/>
        <p:txBody>
          <a:bodyPr/>
          <a:lstStyle/>
          <a:p>
            <a:r>
              <a:rPr lang="en-TH" dirty="0"/>
              <a:t>Architectural Design</a:t>
            </a:r>
          </a:p>
          <a:p>
            <a:pPr marL="0" indent="0">
              <a:buNone/>
            </a:pPr>
            <a:endParaRPr lang="en-TH" dirty="0"/>
          </a:p>
        </p:txBody>
      </p:sp>
      <p:pic>
        <p:nvPicPr>
          <p:cNvPr id="4" name="Picture 3">
            <a:extLst>
              <a:ext uri="{FF2B5EF4-FFF2-40B4-BE49-F238E27FC236}">
                <a16:creationId xmlns:a16="http://schemas.microsoft.com/office/drawing/2014/main" id="{74BB9211-B4B0-730F-72DF-A0EFCD807501}"/>
              </a:ext>
            </a:extLst>
          </p:cNvPr>
          <p:cNvPicPr>
            <a:picLocks noChangeAspect="1"/>
          </p:cNvPicPr>
          <p:nvPr/>
        </p:nvPicPr>
        <p:blipFill>
          <a:blip r:embed="rId2"/>
          <a:stretch>
            <a:fillRect/>
          </a:stretch>
        </p:blipFill>
        <p:spPr>
          <a:xfrm>
            <a:off x="988105" y="2650088"/>
            <a:ext cx="4425846" cy="3466913"/>
          </a:xfrm>
          <a:prstGeom prst="rect">
            <a:avLst/>
          </a:prstGeom>
        </p:spPr>
      </p:pic>
      <p:pic>
        <p:nvPicPr>
          <p:cNvPr id="8" name="Picture 7">
            <a:extLst>
              <a:ext uri="{FF2B5EF4-FFF2-40B4-BE49-F238E27FC236}">
                <a16:creationId xmlns:a16="http://schemas.microsoft.com/office/drawing/2014/main" id="{ABB6F64D-E2D5-68CF-7FF6-E92B54E161C2}"/>
              </a:ext>
            </a:extLst>
          </p:cNvPr>
          <p:cNvPicPr>
            <a:picLocks noChangeAspect="1"/>
          </p:cNvPicPr>
          <p:nvPr/>
        </p:nvPicPr>
        <p:blipFill>
          <a:blip r:embed="rId3"/>
          <a:stretch>
            <a:fillRect/>
          </a:stretch>
        </p:blipFill>
        <p:spPr>
          <a:xfrm>
            <a:off x="6589427" y="2650088"/>
            <a:ext cx="4425846" cy="3445837"/>
          </a:xfrm>
          <a:prstGeom prst="rect">
            <a:avLst/>
          </a:prstGeom>
        </p:spPr>
      </p:pic>
      <p:sp>
        <p:nvSpPr>
          <p:cNvPr id="9" name="Cloud 8">
            <a:extLst>
              <a:ext uri="{FF2B5EF4-FFF2-40B4-BE49-F238E27FC236}">
                <a16:creationId xmlns:a16="http://schemas.microsoft.com/office/drawing/2014/main" id="{8973A6A1-4817-4221-4CF2-57655B3A701F}"/>
              </a:ext>
            </a:extLst>
          </p:cNvPr>
          <p:cNvSpPr/>
          <p:nvPr/>
        </p:nvSpPr>
        <p:spPr>
          <a:xfrm>
            <a:off x="5177225" y="1675728"/>
            <a:ext cx="1618938" cy="914400"/>
          </a:xfrm>
          <a:prstGeom prst="cloud">
            <a:avLst/>
          </a:prstGeom>
          <a:solidFill>
            <a:srgbClr val="3CBD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t>Modular</a:t>
            </a:r>
          </a:p>
        </p:txBody>
      </p:sp>
      <p:sp>
        <p:nvSpPr>
          <p:cNvPr id="10" name="Date Placeholder 9">
            <a:extLst>
              <a:ext uri="{FF2B5EF4-FFF2-40B4-BE49-F238E27FC236}">
                <a16:creationId xmlns:a16="http://schemas.microsoft.com/office/drawing/2014/main" id="{9264FD29-D793-DF4B-914E-17257CED6B8D}"/>
              </a:ext>
            </a:extLst>
          </p:cNvPr>
          <p:cNvSpPr>
            <a:spLocks noGrp="1"/>
          </p:cNvSpPr>
          <p:nvPr>
            <p:ph type="dt" sz="half" idx="10"/>
          </p:nvPr>
        </p:nvSpPr>
        <p:spPr/>
        <p:txBody>
          <a:bodyPr/>
          <a:lstStyle/>
          <a:p>
            <a:fld id="{33EF8B4B-1739-904A-ADC0-0D3D3A8B4A14}" type="datetime5">
              <a:rPr lang="en-US" smtClean="0"/>
              <a:t>22-Jul-26</a:t>
            </a:fld>
            <a:endParaRPr lang="en-TH"/>
          </a:p>
        </p:txBody>
      </p:sp>
      <p:sp>
        <p:nvSpPr>
          <p:cNvPr id="12" name="Slide Number Placeholder 11">
            <a:extLst>
              <a:ext uri="{FF2B5EF4-FFF2-40B4-BE49-F238E27FC236}">
                <a16:creationId xmlns:a16="http://schemas.microsoft.com/office/drawing/2014/main" id="{B2AFF40D-A10C-8B9B-32FE-DC731AB1D384}"/>
              </a:ext>
            </a:extLst>
          </p:cNvPr>
          <p:cNvSpPr>
            <a:spLocks noGrp="1"/>
          </p:cNvSpPr>
          <p:nvPr>
            <p:ph type="sldNum" sz="quarter" idx="12"/>
          </p:nvPr>
        </p:nvSpPr>
        <p:spPr/>
        <p:txBody>
          <a:bodyPr/>
          <a:lstStyle/>
          <a:p>
            <a:fld id="{21F7FF55-A4C8-434F-9C7E-35C05141D3A5}" type="slidenum">
              <a:rPr lang="en-TH" smtClean="0"/>
              <a:t>9</a:t>
            </a:fld>
            <a:endParaRPr lang="en-TH"/>
          </a:p>
        </p:txBody>
      </p:sp>
    </p:spTree>
    <p:extLst>
      <p:ext uri="{BB962C8B-B14F-4D97-AF65-F5344CB8AC3E}">
        <p14:creationId xmlns:p14="http://schemas.microsoft.com/office/powerpoint/2010/main" val="2539996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EF41F-C251-60AF-C277-47F72979904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DD8E4CD-904D-6D60-3925-D19E6932CC54}"/>
              </a:ext>
            </a:extLst>
          </p:cNvPr>
          <p:cNvSpPr>
            <a:spLocks noGrp="1"/>
          </p:cNvSpPr>
          <p:nvPr>
            <p:ph type="title"/>
          </p:nvPr>
        </p:nvSpPr>
        <p:spPr/>
        <p:txBody>
          <a:bodyPr/>
          <a:lstStyle/>
          <a:p>
            <a:r>
              <a:rPr lang="en-US" dirty="0"/>
              <a:t>TDD: Technical Design Document</a:t>
            </a:r>
            <a:endParaRPr lang="en-TH" dirty="0"/>
          </a:p>
        </p:txBody>
      </p:sp>
      <p:sp>
        <p:nvSpPr>
          <p:cNvPr id="2" name="Content Placeholder 1">
            <a:extLst>
              <a:ext uri="{FF2B5EF4-FFF2-40B4-BE49-F238E27FC236}">
                <a16:creationId xmlns:a16="http://schemas.microsoft.com/office/drawing/2014/main" id="{00D2B50C-505B-7F28-2396-BD212C6C7486}"/>
              </a:ext>
            </a:extLst>
          </p:cNvPr>
          <p:cNvSpPr>
            <a:spLocks noGrp="1"/>
          </p:cNvSpPr>
          <p:nvPr>
            <p:ph sz="half" idx="1"/>
          </p:nvPr>
        </p:nvSpPr>
        <p:spPr/>
        <p:txBody>
          <a:bodyPr/>
          <a:lstStyle/>
          <a:p>
            <a:r>
              <a:rPr lang="en-TH" dirty="0"/>
              <a:t>Sequence Diagram</a:t>
            </a:r>
          </a:p>
          <a:p>
            <a:pPr marL="0" indent="0">
              <a:buNone/>
            </a:pPr>
            <a:endParaRPr lang="en-TH" dirty="0"/>
          </a:p>
        </p:txBody>
      </p:sp>
      <p:pic>
        <p:nvPicPr>
          <p:cNvPr id="10" name="Picture 9" descr="Enhancing Hospital Software System Sequential Diagram Of Hospital Management System Professional PDF Slide01">
            <a:extLst>
              <a:ext uri="{FF2B5EF4-FFF2-40B4-BE49-F238E27FC236}">
                <a16:creationId xmlns:a16="http://schemas.microsoft.com/office/drawing/2014/main" id="{E9210E27-57FC-7F51-9589-4163A22318F8}"/>
              </a:ext>
            </a:extLst>
          </p:cNvPr>
          <p:cNvPicPr>
            <a:picLocks noChangeAspect="1"/>
          </p:cNvPicPr>
          <p:nvPr/>
        </p:nvPicPr>
        <p:blipFill>
          <a:blip r:embed="rId2"/>
          <a:srcRect t="16634" b="7226"/>
          <a:stretch>
            <a:fillRect/>
          </a:stretch>
        </p:blipFill>
        <p:spPr>
          <a:xfrm>
            <a:off x="1510983" y="2550462"/>
            <a:ext cx="9170034" cy="3927423"/>
          </a:xfrm>
          <a:prstGeom prst="rect">
            <a:avLst/>
          </a:prstGeom>
        </p:spPr>
      </p:pic>
      <p:sp>
        <p:nvSpPr>
          <p:cNvPr id="30" name="Date Placeholder 29">
            <a:extLst>
              <a:ext uri="{FF2B5EF4-FFF2-40B4-BE49-F238E27FC236}">
                <a16:creationId xmlns:a16="http://schemas.microsoft.com/office/drawing/2014/main" id="{F67D68CE-8F04-B41B-7127-D886EC1C49A7}"/>
              </a:ext>
            </a:extLst>
          </p:cNvPr>
          <p:cNvSpPr>
            <a:spLocks noGrp="1"/>
          </p:cNvSpPr>
          <p:nvPr>
            <p:ph type="dt" sz="half" idx="10"/>
          </p:nvPr>
        </p:nvSpPr>
        <p:spPr/>
        <p:txBody>
          <a:bodyPr/>
          <a:lstStyle/>
          <a:p>
            <a:fld id="{128BA690-362C-854E-857D-6186A02EAD2A}" type="datetime5">
              <a:rPr lang="en-US" smtClean="0"/>
              <a:t>22-Jul-26</a:t>
            </a:fld>
            <a:endParaRPr lang="en-TH"/>
          </a:p>
        </p:txBody>
      </p:sp>
      <p:sp>
        <p:nvSpPr>
          <p:cNvPr id="32" name="Slide Number Placeholder 31">
            <a:extLst>
              <a:ext uri="{FF2B5EF4-FFF2-40B4-BE49-F238E27FC236}">
                <a16:creationId xmlns:a16="http://schemas.microsoft.com/office/drawing/2014/main" id="{53394892-416B-C5F2-18D3-0EE57CF49CF0}"/>
              </a:ext>
            </a:extLst>
          </p:cNvPr>
          <p:cNvSpPr>
            <a:spLocks noGrp="1"/>
          </p:cNvSpPr>
          <p:nvPr>
            <p:ph type="sldNum" sz="quarter" idx="12"/>
          </p:nvPr>
        </p:nvSpPr>
        <p:spPr/>
        <p:txBody>
          <a:bodyPr/>
          <a:lstStyle/>
          <a:p>
            <a:fld id="{21F7FF55-A4C8-434F-9C7E-35C05141D3A5}" type="slidenum">
              <a:rPr lang="en-TH" smtClean="0"/>
              <a:t>10</a:t>
            </a:fld>
            <a:endParaRPr lang="en-TH"/>
          </a:p>
        </p:txBody>
      </p:sp>
    </p:spTree>
    <p:extLst>
      <p:ext uri="{BB962C8B-B14F-4D97-AF65-F5344CB8AC3E}">
        <p14:creationId xmlns:p14="http://schemas.microsoft.com/office/powerpoint/2010/main" val="4078991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614D4-D10C-3CEF-36B9-8949893B603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5611780-87AD-5022-409A-25388C3E0817}"/>
              </a:ext>
            </a:extLst>
          </p:cNvPr>
          <p:cNvSpPr>
            <a:spLocks noGrp="1"/>
          </p:cNvSpPr>
          <p:nvPr>
            <p:ph type="title"/>
          </p:nvPr>
        </p:nvSpPr>
        <p:spPr/>
        <p:txBody>
          <a:bodyPr/>
          <a:lstStyle/>
          <a:p>
            <a:r>
              <a:rPr lang="en-US" dirty="0"/>
              <a:t>TDD: Technical Design Document</a:t>
            </a:r>
            <a:endParaRPr lang="en-TH" dirty="0"/>
          </a:p>
        </p:txBody>
      </p:sp>
      <p:sp>
        <p:nvSpPr>
          <p:cNvPr id="2" name="Content Placeholder 1">
            <a:extLst>
              <a:ext uri="{FF2B5EF4-FFF2-40B4-BE49-F238E27FC236}">
                <a16:creationId xmlns:a16="http://schemas.microsoft.com/office/drawing/2014/main" id="{D5ADA9E9-2415-5CAA-5701-80BEDB4183B7}"/>
              </a:ext>
            </a:extLst>
          </p:cNvPr>
          <p:cNvSpPr>
            <a:spLocks noGrp="1"/>
          </p:cNvSpPr>
          <p:nvPr>
            <p:ph sz="half" idx="1"/>
          </p:nvPr>
        </p:nvSpPr>
        <p:spPr/>
        <p:txBody>
          <a:bodyPr/>
          <a:lstStyle/>
          <a:p>
            <a:r>
              <a:rPr lang="en-TH" dirty="0"/>
              <a:t>Method Specification</a:t>
            </a:r>
          </a:p>
          <a:p>
            <a:pPr marL="0" indent="0">
              <a:buNone/>
            </a:pPr>
            <a:endParaRPr lang="en-TH" dirty="0"/>
          </a:p>
        </p:txBody>
      </p:sp>
      <p:graphicFrame>
        <p:nvGraphicFramePr>
          <p:cNvPr id="11" name="Diagram 10">
            <a:extLst>
              <a:ext uri="{FF2B5EF4-FFF2-40B4-BE49-F238E27FC236}">
                <a16:creationId xmlns:a16="http://schemas.microsoft.com/office/drawing/2014/main" id="{904A973F-069A-6A26-A6AB-367D78A71DA1}"/>
              </a:ext>
            </a:extLst>
          </p:cNvPr>
          <p:cNvGraphicFramePr/>
          <p:nvPr>
            <p:extLst>
              <p:ext uri="{D42A27DB-BD31-4B8C-83A1-F6EECF244321}">
                <p14:modId xmlns:p14="http://schemas.microsoft.com/office/powerpoint/2010/main" val="2726002036"/>
              </p:ext>
            </p:extLst>
          </p:nvPr>
        </p:nvGraphicFramePr>
        <p:xfrm>
          <a:off x="2108202" y="1825625"/>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Date Placeholder 12">
            <a:extLst>
              <a:ext uri="{FF2B5EF4-FFF2-40B4-BE49-F238E27FC236}">
                <a16:creationId xmlns:a16="http://schemas.microsoft.com/office/drawing/2014/main" id="{15A09096-3970-C513-CFC9-686D79B765C1}"/>
              </a:ext>
            </a:extLst>
          </p:cNvPr>
          <p:cNvSpPr>
            <a:spLocks noGrp="1"/>
          </p:cNvSpPr>
          <p:nvPr>
            <p:ph type="dt" sz="half" idx="10"/>
          </p:nvPr>
        </p:nvSpPr>
        <p:spPr/>
        <p:txBody>
          <a:bodyPr/>
          <a:lstStyle/>
          <a:p>
            <a:fld id="{049C8197-1826-1140-A5A7-6E043C1C065B}" type="datetime5">
              <a:rPr lang="en-US" smtClean="0"/>
              <a:t>22-Jul-26</a:t>
            </a:fld>
            <a:endParaRPr lang="en-TH"/>
          </a:p>
        </p:txBody>
      </p:sp>
      <p:sp>
        <p:nvSpPr>
          <p:cNvPr id="15" name="Slide Number Placeholder 14">
            <a:extLst>
              <a:ext uri="{FF2B5EF4-FFF2-40B4-BE49-F238E27FC236}">
                <a16:creationId xmlns:a16="http://schemas.microsoft.com/office/drawing/2014/main" id="{1CC2ED93-8EE7-0641-353E-C6F6C549796D}"/>
              </a:ext>
            </a:extLst>
          </p:cNvPr>
          <p:cNvSpPr>
            <a:spLocks noGrp="1"/>
          </p:cNvSpPr>
          <p:nvPr>
            <p:ph type="sldNum" sz="quarter" idx="12"/>
          </p:nvPr>
        </p:nvSpPr>
        <p:spPr/>
        <p:txBody>
          <a:bodyPr/>
          <a:lstStyle/>
          <a:p>
            <a:fld id="{21F7FF55-A4C8-434F-9C7E-35C05141D3A5}" type="slidenum">
              <a:rPr lang="en-TH" smtClean="0"/>
              <a:t>11</a:t>
            </a:fld>
            <a:endParaRPr lang="en-TH"/>
          </a:p>
        </p:txBody>
      </p:sp>
    </p:spTree>
    <p:extLst>
      <p:ext uri="{BB962C8B-B14F-4D97-AF65-F5344CB8AC3E}">
        <p14:creationId xmlns:p14="http://schemas.microsoft.com/office/powerpoint/2010/main" val="3694609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7ED6E110-FBB4-6F05-E9EF-C991F309B3E0}"/>
              </a:ext>
            </a:extLst>
          </p:cNvPr>
          <p:cNvGraphicFramePr/>
          <p:nvPr>
            <p:extLst>
              <p:ext uri="{D42A27DB-BD31-4B8C-83A1-F6EECF244321}">
                <p14:modId xmlns:p14="http://schemas.microsoft.com/office/powerpoint/2010/main" val="1414048751"/>
              </p:ext>
            </p:extLst>
          </p:nvPr>
        </p:nvGraphicFramePr>
        <p:xfrm>
          <a:off x="1440929" y="1810610"/>
          <a:ext cx="9310141" cy="41704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4ABA126A-1A06-88FE-3942-5497A4A3F475}"/>
              </a:ext>
            </a:extLst>
          </p:cNvPr>
          <p:cNvSpPr>
            <a:spLocks noGrp="1"/>
          </p:cNvSpPr>
          <p:nvPr>
            <p:ph type="title"/>
          </p:nvPr>
        </p:nvSpPr>
        <p:spPr/>
        <p:txBody>
          <a:bodyPr/>
          <a:lstStyle/>
          <a:p>
            <a:r>
              <a:rPr lang="en-TH" dirty="0"/>
              <a:t>3-Tier Test Suite</a:t>
            </a:r>
          </a:p>
        </p:txBody>
      </p:sp>
      <p:sp>
        <p:nvSpPr>
          <p:cNvPr id="4" name="Date Placeholder 3">
            <a:extLst>
              <a:ext uri="{FF2B5EF4-FFF2-40B4-BE49-F238E27FC236}">
                <a16:creationId xmlns:a16="http://schemas.microsoft.com/office/drawing/2014/main" id="{B5390875-887B-EF30-9BDF-CA50DDAF75FC}"/>
              </a:ext>
            </a:extLst>
          </p:cNvPr>
          <p:cNvSpPr>
            <a:spLocks noGrp="1"/>
          </p:cNvSpPr>
          <p:nvPr>
            <p:ph type="dt" sz="half" idx="10"/>
          </p:nvPr>
        </p:nvSpPr>
        <p:spPr/>
        <p:txBody>
          <a:bodyPr/>
          <a:lstStyle/>
          <a:p>
            <a:fld id="{51BF4377-FC03-6540-B5A0-2268A66B5E70}" type="datetime5">
              <a:rPr lang="en-US" smtClean="0"/>
              <a:t>22-Jul-26</a:t>
            </a:fld>
            <a:endParaRPr lang="en-TH"/>
          </a:p>
        </p:txBody>
      </p:sp>
      <p:sp>
        <p:nvSpPr>
          <p:cNvPr id="6" name="Slide Number Placeholder 5">
            <a:extLst>
              <a:ext uri="{FF2B5EF4-FFF2-40B4-BE49-F238E27FC236}">
                <a16:creationId xmlns:a16="http://schemas.microsoft.com/office/drawing/2014/main" id="{59B12447-5B9E-28B1-526A-DD0EBECEED3F}"/>
              </a:ext>
            </a:extLst>
          </p:cNvPr>
          <p:cNvSpPr>
            <a:spLocks noGrp="1"/>
          </p:cNvSpPr>
          <p:nvPr>
            <p:ph type="sldNum" sz="quarter" idx="12"/>
          </p:nvPr>
        </p:nvSpPr>
        <p:spPr/>
        <p:txBody>
          <a:bodyPr/>
          <a:lstStyle/>
          <a:p>
            <a:fld id="{21F7FF55-A4C8-434F-9C7E-35C05141D3A5}" type="slidenum">
              <a:rPr lang="en-TH" smtClean="0"/>
              <a:t>12</a:t>
            </a:fld>
            <a:endParaRPr lang="en-TH"/>
          </a:p>
        </p:txBody>
      </p:sp>
    </p:spTree>
    <p:extLst>
      <p:ext uri="{BB962C8B-B14F-4D97-AF65-F5344CB8AC3E}">
        <p14:creationId xmlns:p14="http://schemas.microsoft.com/office/powerpoint/2010/main" val="2725910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0765E1-0462-EA4A-A29B-C0AAB86E0D68}"/>
              </a:ext>
            </a:extLst>
          </p:cNvPr>
          <p:cNvSpPr>
            <a:spLocks noGrp="1"/>
          </p:cNvSpPr>
          <p:nvPr>
            <p:ph type="title"/>
          </p:nvPr>
        </p:nvSpPr>
        <p:spPr/>
        <p:txBody>
          <a:bodyPr/>
          <a:lstStyle/>
          <a:p>
            <a:r>
              <a:rPr lang="en-TH" dirty="0"/>
              <a:t>AI-Assited Software Development Loops</a:t>
            </a:r>
          </a:p>
        </p:txBody>
      </p:sp>
      <p:pic>
        <p:nvPicPr>
          <p:cNvPr id="5" name="Picture 4" descr="Loop Engineering: 3 ลูปที่ทำร่วมกับ AI Agent เพื่อสร้าง ...">
            <a:extLst>
              <a:ext uri="{FF2B5EF4-FFF2-40B4-BE49-F238E27FC236}">
                <a16:creationId xmlns:a16="http://schemas.microsoft.com/office/drawing/2014/main" id="{3A7223B9-4DC0-653A-9A42-ECC48540DA5E}"/>
              </a:ext>
            </a:extLst>
          </p:cNvPr>
          <p:cNvPicPr>
            <a:picLocks noChangeAspect="1"/>
          </p:cNvPicPr>
          <p:nvPr/>
        </p:nvPicPr>
        <p:blipFill>
          <a:blip r:embed="rId2"/>
          <a:srcRect t="13628"/>
          <a:stretch>
            <a:fillRect/>
          </a:stretch>
        </p:blipFill>
        <p:spPr>
          <a:xfrm>
            <a:off x="1977622" y="1994107"/>
            <a:ext cx="8236755" cy="4010683"/>
          </a:xfrm>
          <a:prstGeom prst="rect">
            <a:avLst/>
          </a:prstGeom>
        </p:spPr>
      </p:pic>
      <p:sp>
        <p:nvSpPr>
          <p:cNvPr id="3" name="TextBox 2">
            <a:extLst>
              <a:ext uri="{FF2B5EF4-FFF2-40B4-BE49-F238E27FC236}">
                <a16:creationId xmlns:a16="http://schemas.microsoft.com/office/drawing/2014/main" id="{6DABF4FA-F6C0-1255-65E3-0CC94EADCBAB}"/>
              </a:ext>
            </a:extLst>
          </p:cNvPr>
          <p:cNvSpPr txBox="1"/>
          <p:nvPr/>
        </p:nvSpPr>
        <p:spPr>
          <a:xfrm>
            <a:off x="4821210" y="6352143"/>
            <a:ext cx="2549577" cy="369332"/>
          </a:xfrm>
          <a:prstGeom prst="rect">
            <a:avLst/>
          </a:prstGeom>
          <a:noFill/>
        </p:spPr>
        <p:txBody>
          <a:bodyPr wrap="square">
            <a:spAutoFit/>
          </a:bodyPr>
          <a:lstStyle/>
          <a:p>
            <a:r>
              <a:rPr lang="en-TH" dirty="0">
                <a:solidFill>
                  <a:schemeClr val="tx1">
                    <a:lumMod val="50000"/>
                    <a:lumOff val="50000"/>
                  </a:schemeClr>
                </a:solidFill>
              </a:rPr>
              <a:t>Advice by Andrew Ng</a:t>
            </a:r>
            <a:endParaRPr lang="en-TH" sz="900" dirty="0">
              <a:solidFill>
                <a:schemeClr val="tx1">
                  <a:lumMod val="50000"/>
                  <a:lumOff val="50000"/>
                </a:schemeClr>
              </a:solidFill>
            </a:endParaRPr>
          </a:p>
        </p:txBody>
      </p:sp>
      <p:sp>
        <p:nvSpPr>
          <p:cNvPr id="6" name="Date Placeholder 5">
            <a:extLst>
              <a:ext uri="{FF2B5EF4-FFF2-40B4-BE49-F238E27FC236}">
                <a16:creationId xmlns:a16="http://schemas.microsoft.com/office/drawing/2014/main" id="{66E9BFA2-1F5D-0E2E-538D-4FCFD850006D}"/>
              </a:ext>
            </a:extLst>
          </p:cNvPr>
          <p:cNvSpPr>
            <a:spLocks noGrp="1"/>
          </p:cNvSpPr>
          <p:nvPr>
            <p:ph type="dt" sz="half" idx="10"/>
          </p:nvPr>
        </p:nvSpPr>
        <p:spPr/>
        <p:txBody>
          <a:bodyPr/>
          <a:lstStyle/>
          <a:p>
            <a:fld id="{D81286D0-5AE9-9A43-BA0F-68F64E789304}" type="datetime5">
              <a:rPr lang="en-US" smtClean="0"/>
              <a:t>22-Jul-26</a:t>
            </a:fld>
            <a:endParaRPr lang="en-TH"/>
          </a:p>
        </p:txBody>
      </p:sp>
      <p:sp>
        <p:nvSpPr>
          <p:cNvPr id="8" name="Slide Number Placeholder 7">
            <a:extLst>
              <a:ext uri="{FF2B5EF4-FFF2-40B4-BE49-F238E27FC236}">
                <a16:creationId xmlns:a16="http://schemas.microsoft.com/office/drawing/2014/main" id="{5C9BCAC7-036A-533A-A2B5-D110C6826F1C}"/>
              </a:ext>
            </a:extLst>
          </p:cNvPr>
          <p:cNvSpPr>
            <a:spLocks noGrp="1"/>
          </p:cNvSpPr>
          <p:nvPr>
            <p:ph type="sldNum" sz="quarter" idx="12"/>
          </p:nvPr>
        </p:nvSpPr>
        <p:spPr/>
        <p:txBody>
          <a:bodyPr/>
          <a:lstStyle/>
          <a:p>
            <a:fld id="{21F7FF55-A4C8-434F-9C7E-35C05141D3A5}" type="slidenum">
              <a:rPr lang="en-TH" smtClean="0"/>
              <a:t>13</a:t>
            </a:fld>
            <a:endParaRPr lang="en-TH"/>
          </a:p>
        </p:txBody>
      </p:sp>
      <p:sp>
        <p:nvSpPr>
          <p:cNvPr id="9" name="Oval 8">
            <a:extLst>
              <a:ext uri="{FF2B5EF4-FFF2-40B4-BE49-F238E27FC236}">
                <a16:creationId xmlns:a16="http://schemas.microsoft.com/office/drawing/2014/main" id="{AE38F3D4-B8C5-8A9B-1F9C-ED055B964456}"/>
              </a:ext>
            </a:extLst>
          </p:cNvPr>
          <p:cNvSpPr>
            <a:spLocks noChangeAspect="1"/>
          </p:cNvSpPr>
          <p:nvPr/>
        </p:nvSpPr>
        <p:spPr>
          <a:xfrm>
            <a:off x="2848749" y="3407796"/>
            <a:ext cx="1244503" cy="1245319"/>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10" name="Oval 9">
            <a:extLst>
              <a:ext uri="{FF2B5EF4-FFF2-40B4-BE49-F238E27FC236}">
                <a16:creationId xmlns:a16="http://schemas.microsoft.com/office/drawing/2014/main" id="{9A55FA4D-960D-43E9-520C-0D76BD05A381}"/>
              </a:ext>
            </a:extLst>
          </p:cNvPr>
          <p:cNvSpPr>
            <a:spLocks noChangeAspect="1"/>
          </p:cNvSpPr>
          <p:nvPr/>
        </p:nvSpPr>
        <p:spPr>
          <a:xfrm>
            <a:off x="5418548" y="3407796"/>
            <a:ext cx="1244503" cy="1245319"/>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11" name="Oval 10">
            <a:extLst>
              <a:ext uri="{FF2B5EF4-FFF2-40B4-BE49-F238E27FC236}">
                <a16:creationId xmlns:a16="http://schemas.microsoft.com/office/drawing/2014/main" id="{1E50843A-572E-94AB-CEBF-9DFEB20CFA0B}"/>
              </a:ext>
            </a:extLst>
          </p:cNvPr>
          <p:cNvSpPr>
            <a:spLocks noChangeAspect="1"/>
          </p:cNvSpPr>
          <p:nvPr/>
        </p:nvSpPr>
        <p:spPr>
          <a:xfrm>
            <a:off x="7988348" y="3407796"/>
            <a:ext cx="1244503" cy="1245319"/>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Tree>
    <p:extLst>
      <p:ext uri="{BB962C8B-B14F-4D97-AF65-F5344CB8AC3E}">
        <p14:creationId xmlns:p14="http://schemas.microsoft.com/office/powerpoint/2010/main" val="3201832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Title 2">
            <a:extLst>
              <a:ext uri="{FF2B5EF4-FFF2-40B4-BE49-F238E27FC236}">
                <a16:creationId xmlns:a16="http://schemas.microsoft.com/office/drawing/2014/main" id="{B7C50C65-DA32-30E6-33E4-B71205533192}"/>
              </a:ext>
            </a:extLst>
          </p:cNvPr>
          <p:cNvSpPr>
            <a:spLocks noGrp="1"/>
          </p:cNvSpPr>
          <p:nvPr>
            <p:ph type="title"/>
          </p:nvPr>
        </p:nvSpPr>
        <p:spPr>
          <a:xfrm>
            <a:off x="1" y="1932478"/>
            <a:ext cx="12188952" cy="3134371"/>
          </a:xfrm>
        </p:spPr>
        <p:txBody>
          <a:bodyPr vert="horz" lIns="91440" tIns="45720" rIns="91440" bIns="45720" rtlCol="0" anchor="ctr">
            <a:normAutofit/>
          </a:bodyPr>
          <a:lstStyle/>
          <a:p>
            <a:pPr algn="ctr"/>
            <a:r>
              <a:rPr lang="en-US" kern="1200" dirty="0">
                <a:solidFill>
                  <a:schemeClr val="bg1"/>
                </a:solidFill>
                <a:latin typeface="+mj-lt"/>
                <a:ea typeface="+mj-ea"/>
                <a:cs typeface="+mj-cs"/>
              </a:rPr>
              <a:t>Diabetes Risk Scoring App</a:t>
            </a:r>
          </a:p>
        </p:txBody>
      </p:sp>
      <p:sp>
        <p:nvSpPr>
          <p:cNvPr id="4" name="Text Placeholder 3">
            <a:extLst>
              <a:ext uri="{FF2B5EF4-FFF2-40B4-BE49-F238E27FC236}">
                <a16:creationId xmlns:a16="http://schemas.microsoft.com/office/drawing/2014/main" id="{280CAE1E-7084-FC66-1470-2FBC43B8DB55}"/>
              </a:ext>
            </a:extLst>
          </p:cNvPr>
          <p:cNvSpPr>
            <a:spLocks noGrp="1"/>
          </p:cNvSpPr>
          <p:nvPr>
            <p:ph type="body" idx="1"/>
          </p:nvPr>
        </p:nvSpPr>
        <p:spPr>
          <a:xfrm>
            <a:off x="3581400" y="1259174"/>
            <a:ext cx="5029200" cy="673298"/>
          </a:xfrm>
        </p:spPr>
        <p:txBody>
          <a:bodyPr vert="horz" lIns="91440" tIns="45720" rIns="91440" bIns="45720" rtlCol="0">
            <a:normAutofit/>
          </a:bodyPr>
          <a:lstStyle/>
          <a:p>
            <a:pPr algn="ctr"/>
            <a:r>
              <a:rPr lang="en-US" sz="3200" dirty="0">
                <a:solidFill>
                  <a:schemeClr val="bg2">
                    <a:lumMod val="90000"/>
                  </a:schemeClr>
                </a:solidFill>
              </a:rPr>
              <a:t>Vibe Coding 101</a:t>
            </a:r>
            <a:endParaRPr lang="en-US" sz="3200" kern="1200" dirty="0">
              <a:solidFill>
                <a:schemeClr val="bg2">
                  <a:lumMod val="90000"/>
                </a:schemeClr>
              </a:solidFill>
              <a:latin typeface="+mn-lt"/>
              <a:ea typeface="+mn-ea"/>
              <a:cs typeface="+mn-cs"/>
            </a:endParaRPr>
          </a:p>
        </p:txBody>
      </p:sp>
      <p:cxnSp>
        <p:nvCxnSpPr>
          <p:cNvPr id="11" name="Straight Connector 10">
            <a:extLst>
              <a:ext uri="{FF2B5EF4-FFF2-40B4-BE49-F238E27FC236}">
                <a16:creationId xmlns:a16="http://schemas.microsoft.com/office/drawing/2014/main" id="{E6D6B450-4278-45B8-88C7-C061710E3C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1560911"/>
            <a:ext cx="35814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E7CEFB9-5672-4FC6-981B-C8DA3FE08E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610600" y="1560911"/>
            <a:ext cx="35814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4234A4C-A256-4139-A5F4-27078F0D67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048" y="5286237"/>
            <a:ext cx="1218895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333B91-98FE-D2BA-D8DA-549AF3D3AFC7}"/>
              </a:ext>
            </a:extLst>
          </p:cNvPr>
          <p:cNvSpPr txBox="1"/>
          <p:nvPr/>
        </p:nvSpPr>
        <p:spPr>
          <a:xfrm>
            <a:off x="2107093" y="5438415"/>
            <a:ext cx="7974767" cy="646331"/>
          </a:xfrm>
          <a:prstGeom prst="rect">
            <a:avLst/>
          </a:prstGeom>
          <a:noFill/>
        </p:spPr>
        <p:txBody>
          <a:bodyPr wrap="square">
            <a:spAutoFit/>
          </a:bodyPr>
          <a:lstStyle/>
          <a:p>
            <a:pPr algn="ctr"/>
            <a:r>
              <a:rPr lang="en-US" kern="1200" dirty="0">
                <a:solidFill>
                  <a:schemeClr val="bg2">
                    <a:lumMod val="90000"/>
                  </a:schemeClr>
                </a:solidFill>
                <a:latin typeface="+mn-lt"/>
                <a:ea typeface="+mn-ea"/>
                <a:cs typeface="+mn-cs"/>
              </a:rPr>
              <a:t>A clinical decision-support tool that processes metabolic data points (Glucose, BMI, Blood Pressure) to instantly classify patient diabetes risk profiles.</a:t>
            </a:r>
          </a:p>
        </p:txBody>
      </p:sp>
      <p:sp>
        <p:nvSpPr>
          <p:cNvPr id="5" name="Date Placeholder 4">
            <a:extLst>
              <a:ext uri="{FF2B5EF4-FFF2-40B4-BE49-F238E27FC236}">
                <a16:creationId xmlns:a16="http://schemas.microsoft.com/office/drawing/2014/main" id="{50A40F7F-D534-DFDC-5B23-56A25FD8498E}"/>
              </a:ext>
            </a:extLst>
          </p:cNvPr>
          <p:cNvSpPr>
            <a:spLocks noGrp="1"/>
          </p:cNvSpPr>
          <p:nvPr>
            <p:ph type="dt" sz="half" idx="10"/>
          </p:nvPr>
        </p:nvSpPr>
        <p:spPr/>
        <p:txBody>
          <a:bodyPr/>
          <a:lstStyle/>
          <a:p>
            <a:fld id="{0C969973-5C72-6E49-B464-E3A83DEA07A8}" type="datetime5">
              <a:rPr lang="en-US" smtClean="0"/>
              <a:t>22-Jul-26</a:t>
            </a:fld>
            <a:endParaRPr lang="en-TH"/>
          </a:p>
        </p:txBody>
      </p:sp>
      <p:sp>
        <p:nvSpPr>
          <p:cNvPr id="8" name="Slide Number Placeholder 7">
            <a:extLst>
              <a:ext uri="{FF2B5EF4-FFF2-40B4-BE49-F238E27FC236}">
                <a16:creationId xmlns:a16="http://schemas.microsoft.com/office/drawing/2014/main" id="{E0E45089-A761-EDDE-4A24-38515BB01116}"/>
              </a:ext>
            </a:extLst>
          </p:cNvPr>
          <p:cNvSpPr>
            <a:spLocks noGrp="1"/>
          </p:cNvSpPr>
          <p:nvPr>
            <p:ph type="sldNum" sz="quarter" idx="12"/>
          </p:nvPr>
        </p:nvSpPr>
        <p:spPr/>
        <p:txBody>
          <a:bodyPr/>
          <a:lstStyle/>
          <a:p>
            <a:fld id="{21F7FF55-A4C8-434F-9C7E-35C05141D3A5}" type="slidenum">
              <a:rPr lang="en-TH" smtClean="0"/>
              <a:t>14</a:t>
            </a:fld>
            <a:endParaRPr lang="en-TH"/>
          </a:p>
        </p:txBody>
      </p:sp>
    </p:spTree>
    <p:extLst>
      <p:ext uri="{BB962C8B-B14F-4D97-AF65-F5344CB8AC3E}">
        <p14:creationId xmlns:p14="http://schemas.microsoft.com/office/powerpoint/2010/main" val="2619026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6DFDF3-0024-EC81-3CEA-54F322797383}"/>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sz="4400" dirty="0"/>
              <a:t>AI Coding Loop</a:t>
            </a:r>
          </a:p>
        </p:txBody>
      </p:sp>
      <p:sp>
        <p:nvSpPr>
          <p:cNvPr id="3" name="Text Placeholder 2">
            <a:extLst>
              <a:ext uri="{FF2B5EF4-FFF2-40B4-BE49-F238E27FC236}">
                <a16:creationId xmlns:a16="http://schemas.microsoft.com/office/drawing/2014/main" id="{5FCEE266-4AE6-C3D0-4E84-1856723BC04D}"/>
              </a:ext>
            </a:extLst>
          </p:cNvPr>
          <p:cNvSpPr>
            <a:spLocks noGrp="1"/>
          </p:cNvSpPr>
          <p:nvPr>
            <p:ph type="body" idx="1"/>
          </p:nvPr>
        </p:nvSpPr>
        <p:spPr>
          <a:xfrm>
            <a:off x="643467" y="5277684"/>
            <a:ext cx="4620584" cy="775494"/>
          </a:xfrm>
        </p:spPr>
        <p:txBody>
          <a:bodyPr vert="horz" lIns="91440" tIns="45720" rIns="91440" bIns="45720" rtlCol="0">
            <a:normAutofit/>
          </a:bodyPr>
          <a:lstStyle/>
          <a:p>
            <a:pPr algn="thaiDist"/>
            <a:r>
              <a:rPr lang="en-US" sz="1500" b="1" dirty="0">
                <a:solidFill>
                  <a:schemeClr val="tx1"/>
                </a:solidFill>
              </a:rPr>
              <a:t>CLO2</a:t>
            </a:r>
            <a:r>
              <a:rPr lang="en-US" sz="1500" dirty="0">
                <a:solidFill>
                  <a:schemeClr val="tx1"/>
                </a:solidFill>
              </a:rPr>
              <a:t> Use structured prompts to guide AI in designing and building console and GUI applications using layered architecture with a basic 3-tier testing suite.</a:t>
            </a:r>
          </a:p>
        </p:txBody>
      </p:sp>
      <p:pic>
        <p:nvPicPr>
          <p:cNvPr id="20" name="Picture 19" descr="Blue blocks and networks technology background">
            <a:extLst>
              <a:ext uri="{FF2B5EF4-FFF2-40B4-BE49-F238E27FC236}">
                <a16:creationId xmlns:a16="http://schemas.microsoft.com/office/drawing/2014/main" id="{FE6E46FD-C13C-06A0-F0DB-5EB7FCB16BB1}"/>
              </a:ext>
            </a:extLst>
          </p:cNvPr>
          <p:cNvPicPr>
            <a:picLocks noChangeAspect="1"/>
          </p:cNvPicPr>
          <p:nvPr/>
        </p:nvPicPr>
        <p:blipFill>
          <a:blip r:embed="rId2"/>
          <a:srcRect l="8958" r="42135"/>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4" name="Date Placeholder 3">
            <a:extLst>
              <a:ext uri="{FF2B5EF4-FFF2-40B4-BE49-F238E27FC236}">
                <a16:creationId xmlns:a16="http://schemas.microsoft.com/office/drawing/2014/main" id="{83518953-4B22-9486-2C4F-2C740492AD9C}"/>
              </a:ext>
            </a:extLst>
          </p:cNvPr>
          <p:cNvSpPr>
            <a:spLocks noGrp="1"/>
          </p:cNvSpPr>
          <p:nvPr>
            <p:ph type="dt" sz="half" idx="10"/>
          </p:nvPr>
        </p:nvSpPr>
        <p:spPr/>
        <p:txBody>
          <a:bodyPr/>
          <a:lstStyle/>
          <a:p>
            <a:fld id="{61405856-713D-0848-A0CF-DAA5FA96FDAC}" type="datetime5">
              <a:rPr lang="en-US" smtClean="0"/>
              <a:t>22-Jul-26</a:t>
            </a:fld>
            <a:endParaRPr lang="en-TH"/>
          </a:p>
        </p:txBody>
      </p:sp>
      <p:sp>
        <p:nvSpPr>
          <p:cNvPr id="6" name="Slide Number Placeholder 5">
            <a:extLst>
              <a:ext uri="{FF2B5EF4-FFF2-40B4-BE49-F238E27FC236}">
                <a16:creationId xmlns:a16="http://schemas.microsoft.com/office/drawing/2014/main" id="{02B2F5BB-285E-6193-6B3E-8739CCF5E8A3}"/>
              </a:ext>
            </a:extLst>
          </p:cNvPr>
          <p:cNvSpPr>
            <a:spLocks noGrp="1"/>
          </p:cNvSpPr>
          <p:nvPr>
            <p:ph type="sldNum" sz="quarter" idx="12"/>
          </p:nvPr>
        </p:nvSpPr>
        <p:spPr/>
        <p:txBody>
          <a:bodyPr/>
          <a:lstStyle/>
          <a:p>
            <a:fld id="{21F7FF55-A4C8-434F-9C7E-35C05141D3A5}" type="slidenum">
              <a:rPr lang="en-TH" smtClean="0"/>
              <a:t>15</a:t>
            </a:fld>
            <a:endParaRPr lang="en-TH"/>
          </a:p>
        </p:txBody>
      </p:sp>
    </p:spTree>
    <p:extLst>
      <p:ext uri="{BB962C8B-B14F-4D97-AF65-F5344CB8AC3E}">
        <p14:creationId xmlns:p14="http://schemas.microsoft.com/office/powerpoint/2010/main" val="1991803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FE151-178B-73A6-3356-046A90CEC6B9}"/>
              </a:ext>
            </a:extLst>
          </p:cNvPr>
          <p:cNvSpPr>
            <a:spLocks noGrp="1"/>
          </p:cNvSpPr>
          <p:nvPr>
            <p:ph type="title"/>
          </p:nvPr>
        </p:nvSpPr>
        <p:spPr/>
        <p:txBody>
          <a:bodyPr/>
          <a:lstStyle/>
          <a:p>
            <a:r>
              <a:rPr lang="en-TH" dirty="0"/>
              <a:t>SRS Based Prompt</a:t>
            </a:r>
          </a:p>
        </p:txBody>
      </p:sp>
      <p:sp>
        <p:nvSpPr>
          <p:cNvPr id="6" name="Content Placeholder 5">
            <a:extLst>
              <a:ext uri="{FF2B5EF4-FFF2-40B4-BE49-F238E27FC236}">
                <a16:creationId xmlns:a16="http://schemas.microsoft.com/office/drawing/2014/main" id="{BED7A864-4DF7-54C8-D565-A6FD8CC9A2BB}"/>
              </a:ext>
            </a:extLst>
          </p:cNvPr>
          <p:cNvSpPr>
            <a:spLocks noGrp="1"/>
          </p:cNvSpPr>
          <p:nvPr>
            <p:ph idx="1"/>
          </p:nvPr>
        </p:nvSpPr>
        <p:spPr>
          <a:xfrm>
            <a:off x="613350" y="1705705"/>
            <a:ext cx="6357390" cy="4351338"/>
          </a:xfrm>
        </p:spPr>
        <p:txBody>
          <a:bodyPr>
            <a:normAutofit lnSpcReduction="10000"/>
          </a:bodyPr>
          <a:lstStyle/>
          <a:p>
            <a:r>
              <a:rPr lang="en-TH" dirty="0"/>
              <a:t>Role</a:t>
            </a:r>
          </a:p>
          <a:p>
            <a:r>
              <a:rPr lang="en-TH" dirty="0"/>
              <a:t>Context</a:t>
            </a:r>
          </a:p>
          <a:p>
            <a:r>
              <a:rPr lang="en-TH" dirty="0"/>
              <a:t>Architecture</a:t>
            </a:r>
          </a:p>
          <a:p>
            <a:r>
              <a:rPr lang="en-TH" dirty="0"/>
              <a:t>High-Level Requirements &amp; Use Cases</a:t>
            </a:r>
          </a:p>
          <a:p>
            <a:pPr lvl="1"/>
            <a:r>
              <a:rPr lang="en-TH" dirty="0"/>
              <a:t>Data Mockup</a:t>
            </a:r>
          </a:p>
          <a:p>
            <a:pPr lvl="1"/>
            <a:r>
              <a:rPr lang="en-TH" dirty="0"/>
              <a:t>Core Workflow #1</a:t>
            </a:r>
          </a:p>
          <a:p>
            <a:pPr lvl="1"/>
            <a:r>
              <a:rPr lang="en-TH" dirty="0"/>
              <a:t>Core Workflow #2</a:t>
            </a:r>
          </a:p>
          <a:p>
            <a:pPr lvl="1"/>
            <a:r>
              <a:rPr lang="en-TH" dirty="0"/>
              <a:t>…</a:t>
            </a:r>
          </a:p>
          <a:p>
            <a:r>
              <a:rPr lang="en-TH" dirty="0"/>
              <a:t>Domain Knowledge / Rules</a:t>
            </a:r>
          </a:p>
          <a:p>
            <a:r>
              <a:rPr lang="en-TH" dirty="0"/>
              <a:t>Deliverables</a:t>
            </a:r>
          </a:p>
          <a:p>
            <a:endParaRPr lang="en-TH" dirty="0"/>
          </a:p>
        </p:txBody>
      </p:sp>
      <p:pic>
        <p:nvPicPr>
          <p:cNvPr id="13" name="Picture 12">
            <a:extLst>
              <a:ext uri="{FF2B5EF4-FFF2-40B4-BE49-F238E27FC236}">
                <a16:creationId xmlns:a16="http://schemas.microsoft.com/office/drawing/2014/main" id="{29CB0D75-A3A7-29A5-1AAB-4A91F09F855C}"/>
              </a:ext>
            </a:extLst>
          </p:cNvPr>
          <p:cNvPicPr>
            <a:picLocks noChangeAspect="1"/>
          </p:cNvPicPr>
          <p:nvPr/>
        </p:nvPicPr>
        <p:blipFill>
          <a:blip r:embed="rId2"/>
          <a:stretch>
            <a:fillRect/>
          </a:stretch>
        </p:blipFill>
        <p:spPr>
          <a:xfrm>
            <a:off x="7352259" y="1027906"/>
            <a:ext cx="4622800" cy="4826000"/>
          </a:xfrm>
          <a:prstGeom prst="rect">
            <a:avLst/>
          </a:prstGeom>
        </p:spPr>
      </p:pic>
      <p:sp>
        <p:nvSpPr>
          <p:cNvPr id="3" name="Date Placeholder 2">
            <a:extLst>
              <a:ext uri="{FF2B5EF4-FFF2-40B4-BE49-F238E27FC236}">
                <a16:creationId xmlns:a16="http://schemas.microsoft.com/office/drawing/2014/main" id="{6465BDB7-287A-29A3-56D3-3593DBAFE6AC}"/>
              </a:ext>
            </a:extLst>
          </p:cNvPr>
          <p:cNvSpPr>
            <a:spLocks noGrp="1"/>
          </p:cNvSpPr>
          <p:nvPr>
            <p:ph type="dt" sz="half" idx="10"/>
          </p:nvPr>
        </p:nvSpPr>
        <p:spPr/>
        <p:txBody>
          <a:bodyPr/>
          <a:lstStyle/>
          <a:p>
            <a:fld id="{2ABDDF30-3BD8-AE47-A7CD-1D0B31BCB59B}" type="datetime5">
              <a:rPr lang="en-US" smtClean="0"/>
              <a:t>22-Jul-26</a:t>
            </a:fld>
            <a:endParaRPr lang="en-TH"/>
          </a:p>
        </p:txBody>
      </p:sp>
      <p:sp>
        <p:nvSpPr>
          <p:cNvPr id="5" name="Slide Number Placeholder 4">
            <a:extLst>
              <a:ext uri="{FF2B5EF4-FFF2-40B4-BE49-F238E27FC236}">
                <a16:creationId xmlns:a16="http://schemas.microsoft.com/office/drawing/2014/main" id="{C70A8956-4A05-1084-376D-009F06B3F2C6}"/>
              </a:ext>
            </a:extLst>
          </p:cNvPr>
          <p:cNvSpPr>
            <a:spLocks noGrp="1"/>
          </p:cNvSpPr>
          <p:nvPr>
            <p:ph type="sldNum" sz="quarter" idx="12"/>
          </p:nvPr>
        </p:nvSpPr>
        <p:spPr/>
        <p:txBody>
          <a:bodyPr/>
          <a:lstStyle/>
          <a:p>
            <a:fld id="{21F7FF55-A4C8-434F-9C7E-35C05141D3A5}" type="slidenum">
              <a:rPr lang="en-TH" smtClean="0"/>
              <a:t>16</a:t>
            </a:fld>
            <a:endParaRPr lang="en-TH"/>
          </a:p>
        </p:txBody>
      </p:sp>
      <p:sp>
        <p:nvSpPr>
          <p:cNvPr id="7" name="TextBox 6">
            <a:extLst>
              <a:ext uri="{FF2B5EF4-FFF2-40B4-BE49-F238E27FC236}">
                <a16:creationId xmlns:a16="http://schemas.microsoft.com/office/drawing/2014/main" id="{C3C0A77B-EB1D-35AD-B575-E8823168BA26}"/>
              </a:ext>
            </a:extLst>
          </p:cNvPr>
          <p:cNvSpPr txBox="1"/>
          <p:nvPr/>
        </p:nvSpPr>
        <p:spPr>
          <a:xfrm>
            <a:off x="3765185" y="6281920"/>
            <a:ext cx="4661629" cy="461665"/>
          </a:xfrm>
          <a:prstGeom prst="rect">
            <a:avLst/>
          </a:prstGeom>
          <a:noFill/>
        </p:spPr>
        <p:txBody>
          <a:bodyPr wrap="square" rtlCol="0">
            <a:spAutoFit/>
          </a:bodyPr>
          <a:lstStyle/>
          <a:p>
            <a:pPr algn="ctr"/>
            <a:r>
              <a:rPr lang="en-TH" sz="1200" dirty="0">
                <a:solidFill>
                  <a:schemeClr val="tx1">
                    <a:lumMod val="50000"/>
                    <a:lumOff val="50000"/>
                  </a:schemeClr>
                </a:solidFill>
              </a:rPr>
              <a:t>One Recommended Prompt Structure</a:t>
            </a:r>
            <a:endParaRPr lang="th-TH" sz="1200" dirty="0">
              <a:solidFill>
                <a:schemeClr val="tx1">
                  <a:lumMod val="50000"/>
                  <a:lumOff val="50000"/>
                </a:schemeClr>
              </a:solidFill>
            </a:endParaRPr>
          </a:p>
          <a:p>
            <a:pPr algn="ctr"/>
            <a:r>
              <a:rPr lang="en-US" sz="1200" dirty="0">
                <a:solidFill>
                  <a:schemeClr val="tx1">
                    <a:lumMod val="50000"/>
                    <a:lumOff val="50000"/>
                  </a:schemeClr>
                </a:solidFill>
              </a:rPr>
              <a:t>-- </a:t>
            </a:r>
            <a:r>
              <a:rPr lang="en-TH" sz="1200" dirty="0">
                <a:solidFill>
                  <a:schemeClr val="tx1">
                    <a:lumMod val="50000"/>
                    <a:lumOff val="50000"/>
                  </a:schemeClr>
                </a:solidFill>
              </a:rPr>
              <a:t>There Is No Single Best Prompt--</a:t>
            </a:r>
          </a:p>
        </p:txBody>
      </p:sp>
    </p:spTree>
    <p:extLst>
      <p:ext uri="{BB962C8B-B14F-4D97-AF65-F5344CB8AC3E}">
        <p14:creationId xmlns:p14="http://schemas.microsoft.com/office/powerpoint/2010/main" val="1117356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F857B-E103-3DD6-15E1-B49F08CF95B2}"/>
              </a:ext>
            </a:extLst>
          </p:cNvPr>
          <p:cNvSpPr>
            <a:spLocks noGrp="1"/>
          </p:cNvSpPr>
          <p:nvPr>
            <p:ph type="title"/>
          </p:nvPr>
        </p:nvSpPr>
        <p:spPr/>
        <p:txBody>
          <a:bodyPr/>
          <a:lstStyle/>
          <a:p>
            <a:r>
              <a:rPr lang="en-TH" dirty="0"/>
              <a:t>SRS Based Prompt</a:t>
            </a:r>
          </a:p>
        </p:txBody>
      </p:sp>
      <p:sp>
        <p:nvSpPr>
          <p:cNvPr id="3" name="Content Placeholder 2">
            <a:extLst>
              <a:ext uri="{FF2B5EF4-FFF2-40B4-BE49-F238E27FC236}">
                <a16:creationId xmlns:a16="http://schemas.microsoft.com/office/drawing/2014/main" id="{89D1731A-8FC7-E2E6-0A10-2C65A3E8E982}"/>
              </a:ext>
            </a:extLst>
          </p:cNvPr>
          <p:cNvSpPr>
            <a:spLocks noGrp="1"/>
          </p:cNvSpPr>
          <p:nvPr>
            <p:ph sz="half" idx="1"/>
          </p:nvPr>
        </p:nvSpPr>
        <p:spPr/>
        <p:txBody>
          <a:bodyPr>
            <a:normAutofit/>
          </a:bodyPr>
          <a:lstStyle/>
          <a:p>
            <a:pPr marL="0" indent="0">
              <a:buNone/>
            </a:pPr>
            <a:r>
              <a:rPr lang="en-US" sz="2000" b="1" dirty="0"/>
              <a:t># Role </a:t>
            </a:r>
          </a:p>
          <a:p>
            <a:pPr marL="0" indent="0">
              <a:buNone/>
            </a:pPr>
            <a:r>
              <a:rPr lang="en-US" sz="2000" dirty="0"/>
              <a:t>Act as an expert software architect and developer.</a:t>
            </a:r>
          </a:p>
          <a:p>
            <a:pPr marL="0" indent="0">
              <a:buNone/>
            </a:pPr>
            <a:endParaRPr lang="en-US" sz="2000" dirty="0"/>
          </a:p>
        </p:txBody>
      </p:sp>
      <p:sp>
        <p:nvSpPr>
          <p:cNvPr id="4" name="Content Placeholder 3">
            <a:extLst>
              <a:ext uri="{FF2B5EF4-FFF2-40B4-BE49-F238E27FC236}">
                <a16:creationId xmlns:a16="http://schemas.microsoft.com/office/drawing/2014/main" id="{DC3E895F-9836-345C-39F9-492099422336}"/>
              </a:ext>
            </a:extLst>
          </p:cNvPr>
          <p:cNvSpPr>
            <a:spLocks noGrp="1"/>
          </p:cNvSpPr>
          <p:nvPr>
            <p:ph sz="half" idx="2"/>
          </p:nvPr>
        </p:nvSpPr>
        <p:spPr/>
        <p:txBody>
          <a:bodyPr>
            <a:normAutofit/>
          </a:bodyPr>
          <a:lstStyle/>
          <a:p>
            <a:pPr marL="0" indent="0">
              <a:buNone/>
            </a:pPr>
            <a:r>
              <a:rPr lang="en-US" sz="2000" b="1" dirty="0"/>
              <a:t># Context</a:t>
            </a:r>
          </a:p>
          <a:p>
            <a:pPr marL="0" indent="0">
              <a:buNone/>
            </a:pPr>
            <a:r>
              <a:rPr lang="en-US" sz="2000" dirty="0"/>
              <a:t>I need to build a "Diabetes Risk Scoring System".  I want you to design, structure, and fully implement a complete, working Python program based on the 4-Tier Architecture as follows.</a:t>
            </a:r>
          </a:p>
          <a:p>
            <a:pPr marL="0" indent="0">
              <a:buNone/>
            </a:pPr>
            <a:endParaRPr lang="en-TH" sz="2000" dirty="0"/>
          </a:p>
        </p:txBody>
      </p:sp>
      <p:sp>
        <p:nvSpPr>
          <p:cNvPr id="5" name="Date Placeholder 4">
            <a:extLst>
              <a:ext uri="{FF2B5EF4-FFF2-40B4-BE49-F238E27FC236}">
                <a16:creationId xmlns:a16="http://schemas.microsoft.com/office/drawing/2014/main" id="{99D27E54-1E55-2538-E406-23C29BEB9679}"/>
              </a:ext>
            </a:extLst>
          </p:cNvPr>
          <p:cNvSpPr>
            <a:spLocks noGrp="1"/>
          </p:cNvSpPr>
          <p:nvPr>
            <p:ph type="dt" sz="half" idx="10"/>
          </p:nvPr>
        </p:nvSpPr>
        <p:spPr/>
        <p:txBody>
          <a:bodyPr/>
          <a:lstStyle/>
          <a:p>
            <a:fld id="{A27EFEB9-165F-FF4A-8488-93DC54076E89}" type="datetime5">
              <a:rPr lang="en-US" smtClean="0"/>
              <a:t>22-Jul-26</a:t>
            </a:fld>
            <a:endParaRPr lang="en-TH"/>
          </a:p>
        </p:txBody>
      </p:sp>
      <p:sp>
        <p:nvSpPr>
          <p:cNvPr id="7" name="Slide Number Placeholder 6">
            <a:extLst>
              <a:ext uri="{FF2B5EF4-FFF2-40B4-BE49-F238E27FC236}">
                <a16:creationId xmlns:a16="http://schemas.microsoft.com/office/drawing/2014/main" id="{07E9E0DD-8A39-7F6B-9604-32A11404EBB1}"/>
              </a:ext>
            </a:extLst>
          </p:cNvPr>
          <p:cNvSpPr>
            <a:spLocks noGrp="1"/>
          </p:cNvSpPr>
          <p:nvPr>
            <p:ph type="sldNum" sz="quarter" idx="12"/>
          </p:nvPr>
        </p:nvSpPr>
        <p:spPr/>
        <p:txBody>
          <a:bodyPr/>
          <a:lstStyle/>
          <a:p>
            <a:fld id="{21F7FF55-A4C8-434F-9C7E-35C05141D3A5}" type="slidenum">
              <a:rPr lang="en-TH" smtClean="0"/>
              <a:t>17</a:t>
            </a:fld>
            <a:endParaRPr lang="en-TH"/>
          </a:p>
        </p:txBody>
      </p:sp>
    </p:spTree>
    <p:extLst>
      <p:ext uri="{BB962C8B-B14F-4D97-AF65-F5344CB8AC3E}">
        <p14:creationId xmlns:p14="http://schemas.microsoft.com/office/powerpoint/2010/main" val="2070529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BC6DE-E8E0-E1AE-E681-6FC67EC3245E}"/>
              </a:ext>
            </a:extLst>
          </p:cNvPr>
          <p:cNvSpPr>
            <a:spLocks noGrp="1"/>
          </p:cNvSpPr>
          <p:nvPr>
            <p:ph type="title"/>
          </p:nvPr>
        </p:nvSpPr>
        <p:spPr/>
        <p:txBody>
          <a:bodyPr/>
          <a:lstStyle/>
          <a:p>
            <a:r>
              <a:rPr lang="en-TH" dirty="0"/>
              <a:t>Layered Architecture</a:t>
            </a:r>
          </a:p>
        </p:txBody>
      </p:sp>
      <p:sp>
        <p:nvSpPr>
          <p:cNvPr id="13" name="Content Placeholder 12">
            <a:extLst>
              <a:ext uri="{FF2B5EF4-FFF2-40B4-BE49-F238E27FC236}">
                <a16:creationId xmlns:a16="http://schemas.microsoft.com/office/drawing/2014/main" id="{D78C0559-8527-5131-BAED-912C3B329429}"/>
              </a:ext>
            </a:extLst>
          </p:cNvPr>
          <p:cNvSpPr>
            <a:spLocks noGrp="1"/>
          </p:cNvSpPr>
          <p:nvPr>
            <p:ph sz="half" idx="1"/>
          </p:nvPr>
        </p:nvSpPr>
        <p:spPr/>
        <p:txBody>
          <a:bodyPr>
            <a:normAutofit/>
          </a:bodyPr>
          <a:lstStyle/>
          <a:p>
            <a:pPr marL="0" indent="0">
              <a:buNone/>
            </a:pPr>
            <a:r>
              <a:rPr lang="en-US" sz="2000" b="1" dirty="0"/>
              <a:t># Architecture </a:t>
            </a:r>
          </a:p>
          <a:p>
            <a:pPr marL="0" indent="0">
              <a:buNone/>
            </a:pPr>
            <a:r>
              <a:rPr lang="en-US" sz="2000" dirty="0"/>
              <a:t>Separate the code cleanly into these 4 distinct layers:</a:t>
            </a:r>
          </a:p>
          <a:p>
            <a:pPr marL="0" indent="0">
              <a:buNone/>
            </a:pPr>
            <a:r>
              <a:rPr lang="en-US" sz="2000" b="1" dirty="0"/>
              <a:t>1. </a:t>
            </a:r>
            <a:r>
              <a:rPr lang="en-US" sz="2000" b="1" i="1" dirty="0"/>
              <a:t>Data Access Layer: </a:t>
            </a:r>
            <a:r>
              <a:rPr lang="en-US" sz="2000" dirty="0"/>
              <a:t>Manages raw data and initial cleanup.</a:t>
            </a:r>
          </a:p>
          <a:p>
            <a:pPr marL="0" indent="0">
              <a:buNone/>
            </a:pPr>
            <a:r>
              <a:rPr lang="en-US" sz="2000" b="1" dirty="0"/>
              <a:t>2. </a:t>
            </a:r>
            <a:r>
              <a:rPr lang="en-US" sz="2000" b="1" i="1" dirty="0"/>
              <a:t>Business Logic Layer: </a:t>
            </a:r>
            <a:r>
              <a:rPr lang="en-US" sz="2000" dirty="0"/>
              <a:t>Handles pure clinical decision rules and scoring.</a:t>
            </a:r>
          </a:p>
          <a:p>
            <a:pPr marL="0" indent="0">
              <a:buNone/>
            </a:pPr>
            <a:r>
              <a:rPr lang="en-US" sz="2000" b="1" dirty="0"/>
              <a:t>3.1 </a:t>
            </a:r>
            <a:r>
              <a:rPr lang="en-US" sz="2000" b="1" i="1" dirty="0"/>
              <a:t>Presentation Layer: </a:t>
            </a:r>
            <a:r>
              <a:rPr lang="en-US" sz="2000" dirty="0"/>
              <a:t>Handles the user interface layout and captures inputs.</a:t>
            </a:r>
          </a:p>
          <a:p>
            <a:pPr marL="0" indent="0">
              <a:buNone/>
            </a:pPr>
            <a:r>
              <a:rPr lang="en-US" sz="2000" b="1" dirty="0"/>
              <a:t>3.2 </a:t>
            </a:r>
            <a:r>
              <a:rPr lang="en-US" sz="2000" b="1" i="1" dirty="0"/>
              <a:t>Orchestration Layer:   </a:t>
            </a:r>
            <a:r>
              <a:rPr lang="en-US" sz="2000" dirty="0"/>
              <a:t>Manages the workflow and coordinates between the layers.</a:t>
            </a:r>
            <a:endParaRPr lang="en-TH" sz="2000" dirty="0"/>
          </a:p>
        </p:txBody>
      </p:sp>
      <p:sp>
        <p:nvSpPr>
          <p:cNvPr id="26" name="Rounded Rectangle 25">
            <a:extLst>
              <a:ext uri="{FF2B5EF4-FFF2-40B4-BE49-F238E27FC236}">
                <a16:creationId xmlns:a16="http://schemas.microsoft.com/office/drawing/2014/main" id="{463D017D-ADCA-9D8E-7285-9BF4C14AF9E3}"/>
              </a:ext>
            </a:extLst>
          </p:cNvPr>
          <p:cNvSpPr/>
          <p:nvPr/>
        </p:nvSpPr>
        <p:spPr>
          <a:xfrm>
            <a:off x="7909806" y="1064303"/>
            <a:ext cx="2794424" cy="2485196"/>
          </a:xfrm>
          <a:prstGeom prst="roundRect">
            <a:avLst>
              <a:gd name="adj" fmla="val 11050"/>
            </a:avLst>
          </a:prstGeom>
          <a:solidFill>
            <a:srgbClr val="FFE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29" name="Rounded Rectangle 28">
            <a:extLst>
              <a:ext uri="{FF2B5EF4-FFF2-40B4-BE49-F238E27FC236}">
                <a16:creationId xmlns:a16="http://schemas.microsoft.com/office/drawing/2014/main" id="{ACABBD57-740E-8376-307F-ABC3AD0AF2DA}"/>
              </a:ext>
            </a:extLst>
          </p:cNvPr>
          <p:cNvSpPr/>
          <p:nvPr/>
        </p:nvSpPr>
        <p:spPr>
          <a:xfrm>
            <a:off x="8113423" y="2701655"/>
            <a:ext cx="2393432" cy="692748"/>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Orchestration Layer</a:t>
            </a:r>
          </a:p>
        </p:txBody>
      </p:sp>
      <p:sp>
        <p:nvSpPr>
          <p:cNvPr id="30" name="Rounded Rectangle 29">
            <a:extLst>
              <a:ext uri="{FF2B5EF4-FFF2-40B4-BE49-F238E27FC236}">
                <a16:creationId xmlns:a16="http://schemas.microsoft.com/office/drawing/2014/main" id="{E2BB5976-E8B4-81E0-1522-06A6E900A6D4}"/>
              </a:ext>
            </a:extLst>
          </p:cNvPr>
          <p:cNvSpPr/>
          <p:nvPr/>
        </p:nvSpPr>
        <p:spPr>
          <a:xfrm>
            <a:off x="6711843" y="4192671"/>
            <a:ext cx="2395927" cy="692748"/>
          </a:xfrm>
          <a:prstGeom prst="roundRect">
            <a:avLst/>
          </a:prstGeom>
          <a:solidFill>
            <a:srgbClr val="8CE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Business/Domain Logic Layer</a:t>
            </a:r>
          </a:p>
        </p:txBody>
      </p:sp>
      <p:sp>
        <p:nvSpPr>
          <p:cNvPr id="31" name="Rounded Rectangle 30">
            <a:extLst>
              <a:ext uri="{FF2B5EF4-FFF2-40B4-BE49-F238E27FC236}">
                <a16:creationId xmlns:a16="http://schemas.microsoft.com/office/drawing/2014/main" id="{18A6CA78-3791-01B6-5271-6FF51E6275BD}"/>
              </a:ext>
            </a:extLst>
          </p:cNvPr>
          <p:cNvSpPr/>
          <p:nvPr/>
        </p:nvSpPr>
        <p:spPr>
          <a:xfrm>
            <a:off x="9552484" y="4193373"/>
            <a:ext cx="2393432" cy="692748"/>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Data Access Layer</a:t>
            </a:r>
          </a:p>
        </p:txBody>
      </p:sp>
      <p:cxnSp>
        <p:nvCxnSpPr>
          <p:cNvPr id="32" name="Elbow Connector 31">
            <a:extLst>
              <a:ext uri="{FF2B5EF4-FFF2-40B4-BE49-F238E27FC236}">
                <a16:creationId xmlns:a16="http://schemas.microsoft.com/office/drawing/2014/main" id="{3C1F35C9-2FE5-4218-160A-D3DA7CECC7CF}"/>
              </a:ext>
            </a:extLst>
          </p:cNvPr>
          <p:cNvCxnSpPr>
            <a:stCxn id="29" idx="2"/>
            <a:endCxn id="31" idx="0"/>
          </p:cNvCxnSpPr>
          <p:nvPr/>
        </p:nvCxnSpPr>
        <p:spPr>
          <a:xfrm rot="16200000" flipH="1">
            <a:off x="9630184" y="3074357"/>
            <a:ext cx="798970" cy="1439061"/>
          </a:xfrm>
          <a:prstGeom prst="bentConnector3">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3" name="Elbow Connector 32">
            <a:extLst>
              <a:ext uri="{FF2B5EF4-FFF2-40B4-BE49-F238E27FC236}">
                <a16:creationId xmlns:a16="http://schemas.microsoft.com/office/drawing/2014/main" id="{D1B9B442-1766-2196-6B7B-2B72D1370AD3}"/>
              </a:ext>
            </a:extLst>
          </p:cNvPr>
          <p:cNvCxnSpPr>
            <a:cxnSpLocks/>
            <a:stCxn id="29" idx="2"/>
            <a:endCxn id="30" idx="0"/>
          </p:cNvCxnSpPr>
          <p:nvPr/>
        </p:nvCxnSpPr>
        <p:spPr>
          <a:xfrm rot="5400000">
            <a:off x="8210839" y="3093371"/>
            <a:ext cx="798268" cy="1400332"/>
          </a:xfrm>
          <a:prstGeom prst="bentConnector3">
            <a:avLst>
              <a:gd name="adj1" fmla="val 50000"/>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a:extLst>
              <a:ext uri="{FF2B5EF4-FFF2-40B4-BE49-F238E27FC236}">
                <a16:creationId xmlns:a16="http://schemas.microsoft.com/office/drawing/2014/main" id="{6428EFA0-CB4B-6DD3-8B58-155B048747AA}"/>
              </a:ext>
            </a:extLst>
          </p:cNvPr>
          <p:cNvSpPr/>
          <p:nvPr/>
        </p:nvSpPr>
        <p:spPr>
          <a:xfrm>
            <a:off x="8113423" y="1628608"/>
            <a:ext cx="2393432" cy="692748"/>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Presentation Layer</a:t>
            </a:r>
          </a:p>
        </p:txBody>
      </p:sp>
      <p:cxnSp>
        <p:nvCxnSpPr>
          <p:cNvPr id="35" name="Straight Arrow Connector 34">
            <a:extLst>
              <a:ext uri="{FF2B5EF4-FFF2-40B4-BE49-F238E27FC236}">
                <a16:creationId xmlns:a16="http://schemas.microsoft.com/office/drawing/2014/main" id="{E90D89EB-DC8A-5B33-28AE-6846A6DD9BE2}"/>
              </a:ext>
            </a:extLst>
          </p:cNvPr>
          <p:cNvCxnSpPr>
            <a:stCxn id="29" idx="0"/>
            <a:endCxn id="34" idx="2"/>
          </p:cNvCxnSpPr>
          <p:nvPr/>
        </p:nvCxnSpPr>
        <p:spPr>
          <a:xfrm flipV="1">
            <a:off x="9310139" y="2321356"/>
            <a:ext cx="0" cy="380299"/>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pic>
        <p:nvPicPr>
          <p:cNvPr id="36" name="Graphic 35" descr="Database with solid fill">
            <a:extLst>
              <a:ext uri="{FF2B5EF4-FFF2-40B4-BE49-F238E27FC236}">
                <a16:creationId xmlns:a16="http://schemas.microsoft.com/office/drawing/2014/main" id="{2B6BE432-76D0-E64B-EF5C-FF5D5D05119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92000" y="5312467"/>
            <a:ext cx="914400" cy="914400"/>
          </a:xfrm>
          <a:prstGeom prst="rect">
            <a:avLst/>
          </a:prstGeom>
        </p:spPr>
      </p:pic>
      <p:cxnSp>
        <p:nvCxnSpPr>
          <p:cNvPr id="37" name="Straight Arrow Connector 36">
            <a:extLst>
              <a:ext uri="{FF2B5EF4-FFF2-40B4-BE49-F238E27FC236}">
                <a16:creationId xmlns:a16="http://schemas.microsoft.com/office/drawing/2014/main" id="{25E31AD9-4CB3-CD81-24A7-266C7489FB56}"/>
              </a:ext>
            </a:extLst>
          </p:cNvPr>
          <p:cNvCxnSpPr>
            <a:cxnSpLocks/>
            <a:stCxn id="31" idx="2"/>
          </p:cNvCxnSpPr>
          <p:nvPr/>
        </p:nvCxnSpPr>
        <p:spPr>
          <a:xfrm>
            <a:off x="10749200" y="4886121"/>
            <a:ext cx="8744" cy="426346"/>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3CD78866-8200-D93D-A079-51AC5B22CC2E}"/>
              </a:ext>
            </a:extLst>
          </p:cNvPr>
          <p:cNvSpPr txBox="1"/>
          <p:nvPr/>
        </p:nvSpPr>
        <p:spPr>
          <a:xfrm>
            <a:off x="10154589" y="6144482"/>
            <a:ext cx="1236689" cy="369332"/>
          </a:xfrm>
          <a:prstGeom prst="rect">
            <a:avLst/>
          </a:prstGeom>
          <a:noFill/>
        </p:spPr>
        <p:txBody>
          <a:bodyPr wrap="square">
            <a:spAutoFit/>
          </a:bodyPr>
          <a:lstStyle/>
          <a:p>
            <a:pPr algn="ctr"/>
            <a:r>
              <a:rPr lang="en-TH" sz="1800" dirty="0">
                <a:solidFill>
                  <a:schemeClr val="tx1"/>
                </a:solidFill>
              </a:rPr>
              <a:t>Database </a:t>
            </a:r>
            <a:endParaRPr lang="en-TH" dirty="0"/>
          </a:p>
        </p:txBody>
      </p:sp>
      <p:sp>
        <p:nvSpPr>
          <p:cNvPr id="39" name="TextBox 38">
            <a:extLst>
              <a:ext uri="{FF2B5EF4-FFF2-40B4-BE49-F238E27FC236}">
                <a16:creationId xmlns:a16="http://schemas.microsoft.com/office/drawing/2014/main" id="{611DD606-017D-8DF7-9187-471BF48B3D06}"/>
              </a:ext>
            </a:extLst>
          </p:cNvPr>
          <p:cNvSpPr txBox="1"/>
          <p:nvPr/>
        </p:nvSpPr>
        <p:spPr>
          <a:xfrm>
            <a:off x="8319538" y="1161790"/>
            <a:ext cx="1972461" cy="369332"/>
          </a:xfrm>
          <a:prstGeom prst="rect">
            <a:avLst/>
          </a:prstGeom>
          <a:noFill/>
        </p:spPr>
        <p:txBody>
          <a:bodyPr wrap="square">
            <a:spAutoFit/>
          </a:bodyPr>
          <a:lstStyle/>
          <a:p>
            <a:pPr algn="ctr"/>
            <a:r>
              <a:rPr lang="en-TH" sz="1800" dirty="0">
                <a:solidFill>
                  <a:schemeClr val="tx1"/>
                </a:solidFill>
              </a:rPr>
              <a:t>User Interface (UI)</a:t>
            </a:r>
            <a:endParaRPr lang="en-TH" dirty="0"/>
          </a:p>
        </p:txBody>
      </p:sp>
      <p:sp>
        <p:nvSpPr>
          <p:cNvPr id="40" name="Date Placeholder 39">
            <a:extLst>
              <a:ext uri="{FF2B5EF4-FFF2-40B4-BE49-F238E27FC236}">
                <a16:creationId xmlns:a16="http://schemas.microsoft.com/office/drawing/2014/main" id="{D7058E36-4293-4931-C18C-94F438B1C644}"/>
              </a:ext>
            </a:extLst>
          </p:cNvPr>
          <p:cNvSpPr>
            <a:spLocks noGrp="1"/>
          </p:cNvSpPr>
          <p:nvPr>
            <p:ph type="dt" sz="half" idx="10"/>
          </p:nvPr>
        </p:nvSpPr>
        <p:spPr/>
        <p:txBody>
          <a:bodyPr/>
          <a:lstStyle/>
          <a:p>
            <a:fld id="{4B967DE9-3B41-8F48-A944-A2E7E8714E2F}" type="datetime5">
              <a:rPr lang="en-US" smtClean="0"/>
              <a:t>22-Jul-26</a:t>
            </a:fld>
            <a:endParaRPr lang="en-TH"/>
          </a:p>
        </p:txBody>
      </p:sp>
      <p:sp>
        <p:nvSpPr>
          <p:cNvPr id="42" name="Slide Number Placeholder 41">
            <a:extLst>
              <a:ext uri="{FF2B5EF4-FFF2-40B4-BE49-F238E27FC236}">
                <a16:creationId xmlns:a16="http://schemas.microsoft.com/office/drawing/2014/main" id="{9A75AF82-FE1E-CB50-9C8A-E97EA4E72485}"/>
              </a:ext>
            </a:extLst>
          </p:cNvPr>
          <p:cNvSpPr>
            <a:spLocks noGrp="1"/>
          </p:cNvSpPr>
          <p:nvPr>
            <p:ph type="sldNum" sz="quarter" idx="12"/>
          </p:nvPr>
        </p:nvSpPr>
        <p:spPr/>
        <p:txBody>
          <a:bodyPr/>
          <a:lstStyle/>
          <a:p>
            <a:fld id="{21F7FF55-A4C8-434F-9C7E-35C05141D3A5}" type="slidenum">
              <a:rPr lang="en-TH" smtClean="0"/>
              <a:t>18</a:t>
            </a:fld>
            <a:endParaRPr lang="en-TH"/>
          </a:p>
        </p:txBody>
      </p:sp>
    </p:spTree>
    <p:extLst>
      <p:ext uri="{BB962C8B-B14F-4D97-AF65-F5344CB8AC3E}">
        <p14:creationId xmlns:p14="http://schemas.microsoft.com/office/powerpoint/2010/main" val="2797290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E6CC415-A718-1802-F806-8C3A008E9407}"/>
              </a:ext>
            </a:extLst>
          </p:cNvPr>
          <p:cNvSpPr>
            <a:spLocks noGrp="1"/>
          </p:cNvSpPr>
          <p:nvPr>
            <p:ph type="title"/>
          </p:nvPr>
        </p:nvSpPr>
        <p:spPr/>
        <p:txBody>
          <a:bodyPr/>
          <a:lstStyle/>
          <a:p>
            <a:r>
              <a:rPr lang="en-TH" dirty="0"/>
              <a:t>SRS Based Prompt</a:t>
            </a:r>
          </a:p>
        </p:txBody>
      </p:sp>
      <p:sp>
        <p:nvSpPr>
          <p:cNvPr id="6" name="Content Placeholder 5">
            <a:extLst>
              <a:ext uri="{FF2B5EF4-FFF2-40B4-BE49-F238E27FC236}">
                <a16:creationId xmlns:a16="http://schemas.microsoft.com/office/drawing/2014/main" id="{FDD93C09-9845-A577-F08B-B56295189D56}"/>
              </a:ext>
            </a:extLst>
          </p:cNvPr>
          <p:cNvSpPr>
            <a:spLocks noGrp="1"/>
          </p:cNvSpPr>
          <p:nvPr>
            <p:ph sz="half" idx="1"/>
          </p:nvPr>
        </p:nvSpPr>
        <p:spPr>
          <a:xfrm>
            <a:off x="838200" y="2760865"/>
            <a:ext cx="5181600" cy="3416097"/>
          </a:xfrm>
        </p:spPr>
        <p:txBody>
          <a:bodyPr>
            <a:noAutofit/>
          </a:bodyPr>
          <a:lstStyle/>
          <a:p>
            <a:pPr marL="0" indent="0">
              <a:buNone/>
            </a:pPr>
            <a:r>
              <a:rPr lang="en-US" sz="1600" b="1" dirty="0"/>
              <a:t>## Core Workflow 01:</a:t>
            </a:r>
          </a:p>
          <a:p>
            <a:pPr marL="0" indent="0">
              <a:buNone/>
            </a:pPr>
            <a:r>
              <a:rPr lang="en-US" sz="1600" dirty="0">
                <a:solidFill>
                  <a:schemeClr val="tx1">
                    <a:lumMod val="50000"/>
                    <a:lumOff val="50000"/>
                  </a:schemeClr>
                </a:solidFill>
              </a:rPr>
              <a:t>1. Display a main menu to either "1. Assess Patient Risk" or "2. Exit".</a:t>
            </a:r>
          </a:p>
          <a:p>
            <a:pPr marL="0" indent="0">
              <a:buNone/>
            </a:pPr>
            <a:r>
              <a:rPr lang="en-US" sz="1600" dirty="0">
                <a:solidFill>
                  <a:schemeClr val="tx1">
                    <a:lumMod val="50000"/>
                    <a:lumOff val="50000"/>
                  </a:schemeClr>
                </a:solidFill>
              </a:rPr>
              <a:t>2. If '1', display a list of valid Patient IDs.</a:t>
            </a:r>
          </a:p>
          <a:p>
            <a:pPr marL="0" indent="0">
              <a:buNone/>
            </a:pPr>
            <a:r>
              <a:rPr lang="en-US" sz="1600" dirty="0">
                <a:solidFill>
                  <a:schemeClr val="tx1">
                    <a:lumMod val="50000"/>
                    <a:lumOff val="50000"/>
                  </a:schemeClr>
                </a:solidFill>
              </a:rPr>
              <a:t>3. Ask the user to select an ID. Show an error if the ID doesn't exist or isn't a number.</a:t>
            </a:r>
          </a:p>
          <a:p>
            <a:pPr marL="0" indent="0">
              <a:buNone/>
            </a:pPr>
            <a:r>
              <a:rPr lang="en-US" sz="1600" dirty="0">
                <a:solidFill>
                  <a:schemeClr val="tx1">
                    <a:lumMod val="50000"/>
                    <a:lumOff val="50000"/>
                  </a:schemeClr>
                </a:solidFill>
              </a:rPr>
              <a:t>4. Display that patient's current clinical profile.</a:t>
            </a:r>
          </a:p>
          <a:p>
            <a:pPr marL="0" indent="0">
              <a:buNone/>
            </a:pPr>
            <a:r>
              <a:rPr lang="en-US" sz="1600" dirty="0">
                <a:solidFill>
                  <a:schemeClr val="tx1">
                    <a:lumMod val="50000"/>
                    <a:lumOff val="50000"/>
                  </a:schemeClr>
                </a:solidFill>
              </a:rPr>
              <a:t>5. Ask the user if they want to modify any metrics before running the risk calculation. If yes, let them input new data (or hit Enter to keep current values) and save it.</a:t>
            </a:r>
          </a:p>
          <a:p>
            <a:pPr marL="0" indent="0">
              <a:buNone/>
            </a:pPr>
            <a:r>
              <a:rPr lang="en-US" sz="1600" dirty="0">
                <a:solidFill>
                  <a:schemeClr val="tx1">
                    <a:lumMod val="50000"/>
                    <a:lumOff val="50000"/>
                  </a:schemeClr>
                </a:solidFill>
              </a:rPr>
              <a:t>6. Calculate a risk score and category, then display a "Diagnostic Risk Report".</a:t>
            </a:r>
          </a:p>
        </p:txBody>
      </p:sp>
      <p:sp>
        <p:nvSpPr>
          <p:cNvPr id="7" name="Content Placeholder 6">
            <a:extLst>
              <a:ext uri="{FF2B5EF4-FFF2-40B4-BE49-F238E27FC236}">
                <a16:creationId xmlns:a16="http://schemas.microsoft.com/office/drawing/2014/main" id="{AA01F7EA-D6CE-5754-63DD-62786E3230F3}"/>
              </a:ext>
            </a:extLst>
          </p:cNvPr>
          <p:cNvSpPr>
            <a:spLocks noGrp="1"/>
          </p:cNvSpPr>
          <p:nvPr>
            <p:ph sz="half" idx="2"/>
          </p:nvPr>
        </p:nvSpPr>
        <p:spPr>
          <a:xfrm>
            <a:off x="6172200" y="2760864"/>
            <a:ext cx="5181600" cy="3416098"/>
          </a:xfrm>
        </p:spPr>
        <p:txBody>
          <a:bodyPr>
            <a:normAutofit/>
          </a:bodyPr>
          <a:lstStyle/>
          <a:p>
            <a:pPr marL="0" indent="0">
              <a:buNone/>
            </a:pPr>
            <a:r>
              <a:rPr lang="en-US" sz="1600" b="1" dirty="0"/>
              <a:t>## Core Workflow 02:</a:t>
            </a:r>
          </a:p>
          <a:p>
            <a:pPr marL="0" indent="0">
              <a:buNone/>
            </a:pPr>
            <a:r>
              <a:rPr lang="en-US" sz="1600" dirty="0">
                <a:solidFill>
                  <a:schemeClr val="tx1">
                    <a:lumMod val="50000"/>
                    <a:lumOff val="50000"/>
                  </a:schemeClr>
                </a:solidFill>
              </a:rPr>
              <a:t>1. Display a main menu to either "1. Assess Patient Risk" or "2. Exit".</a:t>
            </a:r>
          </a:p>
          <a:p>
            <a:pPr marL="0" indent="0">
              <a:buNone/>
            </a:pPr>
            <a:r>
              <a:rPr lang="en-US" sz="1600" dirty="0">
                <a:solidFill>
                  <a:schemeClr val="tx1">
                    <a:lumMod val="50000"/>
                    <a:lumOff val="50000"/>
                  </a:schemeClr>
                </a:solidFill>
              </a:rPr>
              <a:t>2. If '2', exit the program.</a:t>
            </a:r>
            <a:endParaRPr lang="en-TH" sz="1600" dirty="0">
              <a:solidFill>
                <a:schemeClr val="tx1">
                  <a:lumMod val="50000"/>
                  <a:lumOff val="50000"/>
                </a:schemeClr>
              </a:solidFill>
            </a:endParaRPr>
          </a:p>
          <a:p>
            <a:pPr marL="0" indent="0">
              <a:buNone/>
            </a:pPr>
            <a:endParaRPr lang="en-TH" sz="1600" dirty="0">
              <a:solidFill>
                <a:srgbClr val="FF00DF"/>
              </a:solidFill>
            </a:endParaRPr>
          </a:p>
        </p:txBody>
      </p:sp>
      <p:sp>
        <p:nvSpPr>
          <p:cNvPr id="9" name="TextBox 8">
            <a:extLst>
              <a:ext uri="{FF2B5EF4-FFF2-40B4-BE49-F238E27FC236}">
                <a16:creationId xmlns:a16="http://schemas.microsoft.com/office/drawing/2014/main" id="{F9D27D5E-A60E-25B6-5DD1-EAD99D0041BB}"/>
              </a:ext>
            </a:extLst>
          </p:cNvPr>
          <p:cNvSpPr txBox="1"/>
          <p:nvPr/>
        </p:nvSpPr>
        <p:spPr>
          <a:xfrm>
            <a:off x="838199" y="1555221"/>
            <a:ext cx="10794167" cy="1077218"/>
          </a:xfrm>
          <a:prstGeom prst="rect">
            <a:avLst/>
          </a:prstGeom>
          <a:noFill/>
        </p:spPr>
        <p:txBody>
          <a:bodyPr wrap="square">
            <a:spAutoFit/>
          </a:bodyPr>
          <a:lstStyle/>
          <a:p>
            <a:pPr marL="0" indent="0">
              <a:buNone/>
            </a:pPr>
            <a:r>
              <a:rPr lang="en-US" sz="1600" b="1" dirty="0"/>
              <a:t># High-Level Requirements &amp; Use Cases</a:t>
            </a:r>
          </a:p>
          <a:p>
            <a:pPr marL="0" indent="0">
              <a:buNone/>
            </a:pPr>
            <a:endParaRPr lang="en-US" sz="1600" b="1" dirty="0"/>
          </a:p>
          <a:p>
            <a:pPr marL="0" indent="0">
              <a:buNone/>
            </a:pPr>
            <a:r>
              <a:rPr lang="en-US" sz="1600" b="1" dirty="0"/>
              <a:t>## Data Mockup: </a:t>
            </a:r>
            <a:r>
              <a:rPr lang="en-US" sz="1600" dirty="0">
                <a:solidFill>
                  <a:schemeClr val="tx1">
                    <a:lumMod val="50000"/>
                    <a:lumOff val="50000"/>
                  </a:schemeClr>
                </a:solidFill>
              </a:rPr>
              <a:t>Start with 4 sample patients containing these baseline metrics: Glucose, BMI, Age, and </a:t>
            </a:r>
            <a:r>
              <a:rPr lang="en-US" sz="1600" dirty="0" err="1">
                <a:solidFill>
                  <a:schemeClr val="tx1">
                    <a:lumMod val="50000"/>
                    <a:lumOff val="50000"/>
                  </a:schemeClr>
                </a:solidFill>
              </a:rPr>
              <a:t>BloodPressure</a:t>
            </a:r>
            <a:r>
              <a:rPr lang="en-US" sz="1600" dirty="0">
                <a:solidFill>
                  <a:schemeClr val="tx1">
                    <a:lumMod val="50000"/>
                    <a:lumOff val="50000"/>
                  </a:schemeClr>
                </a:solidFill>
              </a:rPr>
              <a:t>. If a patient's BMI is 0, automatically fix it by replacing it with the median BMI of the other patients during initialization.</a:t>
            </a:r>
          </a:p>
        </p:txBody>
      </p:sp>
      <p:sp>
        <p:nvSpPr>
          <p:cNvPr id="2" name="Date Placeholder 1">
            <a:extLst>
              <a:ext uri="{FF2B5EF4-FFF2-40B4-BE49-F238E27FC236}">
                <a16:creationId xmlns:a16="http://schemas.microsoft.com/office/drawing/2014/main" id="{D220B51E-C03F-942A-ABC7-33C80E03E7B6}"/>
              </a:ext>
            </a:extLst>
          </p:cNvPr>
          <p:cNvSpPr>
            <a:spLocks noGrp="1"/>
          </p:cNvSpPr>
          <p:nvPr>
            <p:ph type="dt" sz="half" idx="10"/>
          </p:nvPr>
        </p:nvSpPr>
        <p:spPr/>
        <p:txBody>
          <a:bodyPr/>
          <a:lstStyle/>
          <a:p>
            <a:fld id="{93F60EE9-2C29-CA40-B676-15CC1CFE547A}" type="datetime5">
              <a:rPr lang="en-US" smtClean="0"/>
              <a:t>22-Jul-26</a:t>
            </a:fld>
            <a:endParaRPr lang="en-TH"/>
          </a:p>
        </p:txBody>
      </p:sp>
      <p:sp>
        <p:nvSpPr>
          <p:cNvPr id="4" name="Slide Number Placeholder 3">
            <a:extLst>
              <a:ext uri="{FF2B5EF4-FFF2-40B4-BE49-F238E27FC236}">
                <a16:creationId xmlns:a16="http://schemas.microsoft.com/office/drawing/2014/main" id="{40204B89-445E-54DB-09F5-04234DFD741C}"/>
              </a:ext>
            </a:extLst>
          </p:cNvPr>
          <p:cNvSpPr>
            <a:spLocks noGrp="1"/>
          </p:cNvSpPr>
          <p:nvPr>
            <p:ph type="sldNum" sz="quarter" idx="12"/>
          </p:nvPr>
        </p:nvSpPr>
        <p:spPr/>
        <p:txBody>
          <a:bodyPr/>
          <a:lstStyle/>
          <a:p>
            <a:fld id="{21F7FF55-A4C8-434F-9C7E-35C05141D3A5}" type="slidenum">
              <a:rPr lang="en-TH" smtClean="0"/>
              <a:t>19</a:t>
            </a:fld>
            <a:endParaRPr lang="en-TH"/>
          </a:p>
        </p:txBody>
      </p:sp>
    </p:spTree>
    <p:extLst>
      <p:ext uri="{BB962C8B-B14F-4D97-AF65-F5344CB8AC3E}">
        <p14:creationId xmlns:p14="http://schemas.microsoft.com/office/powerpoint/2010/main" val="2218899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CCB20-7055-A445-2DAE-83FE49F73717}"/>
              </a:ext>
            </a:extLst>
          </p:cNvPr>
          <p:cNvSpPr>
            <a:spLocks noGrp="1"/>
          </p:cNvSpPr>
          <p:nvPr>
            <p:ph type="title"/>
          </p:nvPr>
        </p:nvSpPr>
        <p:spPr/>
        <p:txBody>
          <a:bodyPr/>
          <a:lstStyle/>
          <a:p>
            <a:r>
              <a:rPr lang="en-TH" dirty="0"/>
              <a:t>SRS Based Prompt</a:t>
            </a:r>
          </a:p>
        </p:txBody>
      </p:sp>
      <p:sp>
        <p:nvSpPr>
          <p:cNvPr id="4" name="Content Placeholder 3">
            <a:extLst>
              <a:ext uri="{FF2B5EF4-FFF2-40B4-BE49-F238E27FC236}">
                <a16:creationId xmlns:a16="http://schemas.microsoft.com/office/drawing/2014/main" id="{B0D0778C-D368-0E43-4E41-777BF70B7D87}"/>
              </a:ext>
            </a:extLst>
          </p:cNvPr>
          <p:cNvSpPr>
            <a:spLocks noGrp="1"/>
          </p:cNvSpPr>
          <p:nvPr>
            <p:ph sz="half" idx="1"/>
          </p:nvPr>
        </p:nvSpPr>
        <p:spPr>
          <a:xfrm>
            <a:off x="838200" y="1960535"/>
            <a:ext cx="5181600" cy="4351338"/>
          </a:xfrm>
        </p:spPr>
        <p:txBody>
          <a:bodyPr>
            <a:noAutofit/>
          </a:bodyPr>
          <a:lstStyle/>
          <a:p>
            <a:pPr marL="0" indent="0">
              <a:buNone/>
            </a:pPr>
            <a:r>
              <a:rPr lang="en-US" sz="2000" b="1" dirty="0"/>
              <a:t># Domain Knowledge</a:t>
            </a:r>
          </a:p>
          <a:p>
            <a:pPr marL="0" indent="0">
              <a:buNone/>
            </a:pPr>
            <a:r>
              <a:rPr lang="en-US" sz="2000" b="1" dirty="0">
                <a:solidFill>
                  <a:schemeClr val="tx1">
                    <a:lumMod val="50000"/>
                    <a:lumOff val="50000"/>
                  </a:schemeClr>
                </a:solidFill>
              </a:rPr>
              <a:t>## Clinical Decision Scoring Rules:</a:t>
            </a:r>
          </a:p>
          <a:p>
            <a:pPr marL="0" indent="0">
              <a:buNone/>
            </a:pPr>
            <a:r>
              <a:rPr lang="en-US" sz="2000" dirty="0">
                <a:solidFill>
                  <a:schemeClr val="tx1">
                    <a:lumMod val="50000"/>
                    <a:lumOff val="50000"/>
                  </a:schemeClr>
                </a:solidFill>
              </a:rPr>
              <a:t>- For each metric (Glucose, BMI, Age, </a:t>
            </a:r>
            <a:r>
              <a:rPr lang="en-US" sz="2000" dirty="0" err="1">
                <a:solidFill>
                  <a:schemeClr val="tx1">
                    <a:lumMod val="50000"/>
                    <a:lumOff val="50000"/>
                  </a:schemeClr>
                </a:solidFill>
              </a:rPr>
              <a:t>BloodPressure</a:t>
            </a:r>
            <a:r>
              <a:rPr lang="en-US" sz="2000" dirty="0">
                <a:solidFill>
                  <a:schemeClr val="tx1">
                    <a:lumMod val="50000"/>
                    <a:lumOff val="50000"/>
                  </a:schemeClr>
                </a:solidFill>
              </a:rPr>
              <a:t>), define three ranges: Low (scores 0), Medium (scores 1), and High (scores 2).</a:t>
            </a:r>
          </a:p>
          <a:p>
            <a:pPr marL="0" indent="0">
              <a:buNone/>
            </a:pPr>
            <a:r>
              <a:rPr lang="en-US" sz="2000" dirty="0">
                <a:solidFill>
                  <a:schemeClr val="tx1">
                    <a:lumMod val="50000"/>
                    <a:lumOff val="50000"/>
                  </a:schemeClr>
                </a:solidFill>
              </a:rPr>
              <a:t>- Add up the scores of all 4 metrics to get a total score.</a:t>
            </a:r>
          </a:p>
          <a:p>
            <a:pPr marL="0" indent="0">
              <a:buNone/>
            </a:pPr>
            <a:r>
              <a:rPr lang="en-US" sz="2000" dirty="0">
                <a:solidFill>
                  <a:schemeClr val="tx1">
                    <a:lumMod val="50000"/>
                    <a:lumOff val="50000"/>
                  </a:schemeClr>
                </a:solidFill>
              </a:rPr>
              <a:t>- Categorize the total score: Low Risk (0-2), Moderate Risk (3-5), High Risk (6+).</a:t>
            </a:r>
            <a:endParaRPr lang="en-TH" sz="2000" dirty="0">
              <a:solidFill>
                <a:schemeClr val="tx1">
                  <a:lumMod val="50000"/>
                  <a:lumOff val="50000"/>
                </a:schemeClr>
              </a:solidFill>
            </a:endParaRPr>
          </a:p>
        </p:txBody>
      </p:sp>
      <p:sp>
        <p:nvSpPr>
          <p:cNvPr id="5" name="Content Placeholder 4">
            <a:extLst>
              <a:ext uri="{FF2B5EF4-FFF2-40B4-BE49-F238E27FC236}">
                <a16:creationId xmlns:a16="http://schemas.microsoft.com/office/drawing/2014/main" id="{E4CD43B1-E858-EF6C-729B-0D76279EB5CB}"/>
              </a:ext>
            </a:extLst>
          </p:cNvPr>
          <p:cNvSpPr>
            <a:spLocks noGrp="1"/>
          </p:cNvSpPr>
          <p:nvPr>
            <p:ph sz="half" idx="2"/>
          </p:nvPr>
        </p:nvSpPr>
        <p:spPr>
          <a:xfrm>
            <a:off x="6172200" y="1960535"/>
            <a:ext cx="5181600" cy="4351338"/>
          </a:xfrm>
        </p:spPr>
        <p:txBody>
          <a:bodyPr>
            <a:normAutofit/>
          </a:bodyPr>
          <a:lstStyle/>
          <a:p>
            <a:pPr marL="0" indent="0">
              <a:buNone/>
            </a:pPr>
            <a:r>
              <a:rPr lang="en-US" sz="2000" b="1" dirty="0"/>
              <a:t># 3-Tier Testing Suite</a:t>
            </a:r>
          </a:p>
          <a:p>
            <a:pPr marL="0" indent="0">
              <a:buNone/>
            </a:pPr>
            <a:r>
              <a:rPr lang="en-US" sz="2000" dirty="0"/>
              <a:t>At the bottom of the script, include an automated testing section. Autonomously design and implement:</a:t>
            </a:r>
          </a:p>
          <a:p>
            <a:pPr marL="0" indent="0">
              <a:buNone/>
            </a:pPr>
            <a:r>
              <a:rPr lang="en-US" sz="2000" dirty="0"/>
              <a:t>- </a:t>
            </a:r>
            <a:r>
              <a:rPr lang="en-US" sz="2000" b="1" i="1" dirty="0"/>
              <a:t>Unit Tests:</a:t>
            </a:r>
            <a:r>
              <a:rPr lang="en-US" sz="2000" dirty="0"/>
              <a:t> Comprehensive test cases verifying individual components, data cleaning, and scoring logic. </a:t>
            </a:r>
          </a:p>
          <a:p>
            <a:pPr marL="0" indent="0">
              <a:buNone/>
            </a:pPr>
            <a:r>
              <a:rPr lang="en-US" sz="2000" dirty="0"/>
              <a:t>- </a:t>
            </a:r>
            <a:r>
              <a:rPr lang="en-US" sz="2000" b="1" i="1" dirty="0"/>
              <a:t>End-to-End (E2E) Tests:</a:t>
            </a:r>
            <a:r>
              <a:rPr lang="en-US" sz="2000" dirty="0"/>
              <a:t> A simulated user journey loop proving all 4 layers interact correctly. </a:t>
            </a:r>
          </a:p>
          <a:p>
            <a:pPr marL="0" indent="0">
              <a:buNone/>
            </a:pPr>
            <a:r>
              <a:rPr lang="en-US" sz="2000" dirty="0"/>
              <a:t>- </a:t>
            </a:r>
            <a:r>
              <a:rPr lang="en-US" sz="2000" b="1" i="1" dirty="0"/>
              <a:t>Performance Tests:</a:t>
            </a:r>
            <a:r>
              <a:rPr lang="en-US" sz="2000" dirty="0"/>
              <a:t> A speed benchmark that measures and logs evaluation processing times.</a:t>
            </a:r>
            <a:endParaRPr lang="en-TH" sz="2000" dirty="0"/>
          </a:p>
        </p:txBody>
      </p:sp>
      <p:sp>
        <p:nvSpPr>
          <p:cNvPr id="3" name="Date Placeholder 2">
            <a:extLst>
              <a:ext uri="{FF2B5EF4-FFF2-40B4-BE49-F238E27FC236}">
                <a16:creationId xmlns:a16="http://schemas.microsoft.com/office/drawing/2014/main" id="{93F1FB21-DA20-A73E-152E-855618D3E7E6}"/>
              </a:ext>
            </a:extLst>
          </p:cNvPr>
          <p:cNvSpPr>
            <a:spLocks noGrp="1"/>
          </p:cNvSpPr>
          <p:nvPr>
            <p:ph type="dt" sz="half" idx="10"/>
          </p:nvPr>
        </p:nvSpPr>
        <p:spPr/>
        <p:txBody>
          <a:bodyPr/>
          <a:lstStyle/>
          <a:p>
            <a:fld id="{1596D758-1C55-8A47-BB85-0B96A633A786}" type="datetime5">
              <a:rPr lang="en-US" smtClean="0"/>
              <a:t>22-Jul-26</a:t>
            </a:fld>
            <a:endParaRPr lang="en-TH"/>
          </a:p>
        </p:txBody>
      </p:sp>
      <p:sp>
        <p:nvSpPr>
          <p:cNvPr id="7" name="Slide Number Placeholder 6">
            <a:extLst>
              <a:ext uri="{FF2B5EF4-FFF2-40B4-BE49-F238E27FC236}">
                <a16:creationId xmlns:a16="http://schemas.microsoft.com/office/drawing/2014/main" id="{79DDEAD3-39EE-5754-7DD8-0D9CBEAE2B6E}"/>
              </a:ext>
            </a:extLst>
          </p:cNvPr>
          <p:cNvSpPr>
            <a:spLocks noGrp="1"/>
          </p:cNvSpPr>
          <p:nvPr>
            <p:ph type="sldNum" sz="quarter" idx="12"/>
          </p:nvPr>
        </p:nvSpPr>
        <p:spPr/>
        <p:txBody>
          <a:bodyPr/>
          <a:lstStyle/>
          <a:p>
            <a:fld id="{21F7FF55-A4C8-434F-9C7E-35C05141D3A5}" type="slidenum">
              <a:rPr lang="en-TH" smtClean="0"/>
              <a:t>20</a:t>
            </a:fld>
            <a:endParaRPr lang="en-TH"/>
          </a:p>
        </p:txBody>
      </p:sp>
    </p:spTree>
    <p:extLst>
      <p:ext uri="{BB962C8B-B14F-4D97-AF65-F5344CB8AC3E}">
        <p14:creationId xmlns:p14="http://schemas.microsoft.com/office/powerpoint/2010/main" val="2712581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511A0-4D71-F771-FFF2-6901EF223A22}"/>
              </a:ext>
            </a:extLst>
          </p:cNvPr>
          <p:cNvSpPr>
            <a:spLocks noGrp="1"/>
          </p:cNvSpPr>
          <p:nvPr>
            <p:ph type="title"/>
          </p:nvPr>
        </p:nvSpPr>
        <p:spPr/>
        <p:txBody>
          <a:bodyPr/>
          <a:lstStyle/>
          <a:p>
            <a:r>
              <a:rPr lang="en-TH" dirty="0"/>
              <a:t>SRS Based Prompt</a:t>
            </a:r>
          </a:p>
        </p:txBody>
      </p:sp>
      <p:sp>
        <p:nvSpPr>
          <p:cNvPr id="5" name="Content Placeholder 4">
            <a:extLst>
              <a:ext uri="{FF2B5EF4-FFF2-40B4-BE49-F238E27FC236}">
                <a16:creationId xmlns:a16="http://schemas.microsoft.com/office/drawing/2014/main" id="{7E0E12BB-B857-A9AB-81D1-DF4DA67CC1AA}"/>
              </a:ext>
            </a:extLst>
          </p:cNvPr>
          <p:cNvSpPr>
            <a:spLocks noGrp="1"/>
          </p:cNvSpPr>
          <p:nvPr>
            <p:ph idx="1"/>
          </p:nvPr>
        </p:nvSpPr>
        <p:spPr/>
        <p:txBody>
          <a:bodyPr>
            <a:normAutofit/>
          </a:bodyPr>
          <a:lstStyle/>
          <a:p>
            <a:pPr marL="0" indent="0">
              <a:buNone/>
            </a:pPr>
            <a:r>
              <a:rPr lang="en-US" sz="2400" b="1" dirty="0"/>
              <a:t># Deliverables</a:t>
            </a:r>
          </a:p>
          <a:p>
            <a:pPr marL="0" indent="0">
              <a:buNone/>
            </a:pPr>
            <a:r>
              <a:rPr lang="en-US" sz="2400" dirty="0"/>
              <a:t>- Provide the complete, production-ready code in a single file so I can copy and run it immediately.</a:t>
            </a:r>
          </a:p>
          <a:p>
            <a:pPr marL="0" indent="0">
              <a:buNone/>
            </a:pPr>
            <a:r>
              <a:rPr lang="en-US" sz="2400" dirty="0"/>
              <a:t>- Include a RUN_TEST_SUITE switch to toggle between running the 3-tier testing suite and launching the application.</a:t>
            </a:r>
          </a:p>
          <a:p>
            <a:pPr marL="0" indent="0">
              <a:buNone/>
            </a:pPr>
            <a:r>
              <a:rPr lang="en-US" sz="2400" dirty="0"/>
              <a:t>- Add comments where necessary to improve code readability and maintainability.</a:t>
            </a:r>
            <a:endParaRPr lang="en-TH" sz="2400" dirty="0"/>
          </a:p>
        </p:txBody>
      </p:sp>
      <p:sp>
        <p:nvSpPr>
          <p:cNvPr id="3" name="Date Placeholder 2">
            <a:extLst>
              <a:ext uri="{FF2B5EF4-FFF2-40B4-BE49-F238E27FC236}">
                <a16:creationId xmlns:a16="http://schemas.microsoft.com/office/drawing/2014/main" id="{C9976512-B129-1B53-6BF2-77BFF65955BD}"/>
              </a:ext>
            </a:extLst>
          </p:cNvPr>
          <p:cNvSpPr>
            <a:spLocks noGrp="1"/>
          </p:cNvSpPr>
          <p:nvPr>
            <p:ph type="dt" sz="half" idx="10"/>
          </p:nvPr>
        </p:nvSpPr>
        <p:spPr/>
        <p:txBody>
          <a:bodyPr/>
          <a:lstStyle/>
          <a:p>
            <a:fld id="{118FACC3-9D59-B24B-A7D9-08A7150D1213}" type="datetime5">
              <a:rPr lang="en-US" smtClean="0"/>
              <a:t>22-Jul-26</a:t>
            </a:fld>
            <a:endParaRPr lang="en-TH"/>
          </a:p>
        </p:txBody>
      </p:sp>
      <p:sp>
        <p:nvSpPr>
          <p:cNvPr id="6" name="Slide Number Placeholder 5">
            <a:extLst>
              <a:ext uri="{FF2B5EF4-FFF2-40B4-BE49-F238E27FC236}">
                <a16:creationId xmlns:a16="http://schemas.microsoft.com/office/drawing/2014/main" id="{4C48CCB1-2B85-5E9A-820E-DA1F86C0D079}"/>
              </a:ext>
            </a:extLst>
          </p:cNvPr>
          <p:cNvSpPr>
            <a:spLocks noGrp="1"/>
          </p:cNvSpPr>
          <p:nvPr>
            <p:ph type="sldNum" sz="quarter" idx="12"/>
          </p:nvPr>
        </p:nvSpPr>
        <p:spPr/>
        <p:txBody>
          <a:bodyPr/>
          <a:lstStyle/>
          <a:p>
            <a:fld id="{21F7FF55-A4C8-434F-9C7E-35C05141D3A5}" type="slidenum">
              <a:rPr lang="en-TH" smtClean="0"/>
              <a:t>21</a:t>
            </a:fld>
            <a:endParaRPr lang="en-TH"/>
          </a:p>
        </p:txBody>
      </p:sp>
      <p:sp>
        <p:nvSpPr>
          <p:cNvPr id="4" name="TextBox 3">
            <a:extLst>
              <a:ext uri="{FF2B5EF4-FFF2-40B4-BE49-F238E27FC236}">
                <a16:creationId xmlns:a16="http://schemas.microsoft.com/office/drawing/2014/main" id="{9E8A40B6-C1A1-3D9A-AB35-C97586621A72}"/>
              </a:ext>
            </a:extLst>
          </p:cNvPr>
          <p:cNvSpPr txBox="1"/>
          <p:nvPr/>
        </p:nvSpPr>
        <p:spPr>
          <a:xfrm>
            <a:off x="3307512" y="6288563"/>
            <a:ext cx="5576976" cy="408623"/>
          </a:xfrm>
          <a:prstGeom prst="roundRect">
            <a:avLst/>
          </a:prstGeom>
          <a:solidFill>
            <a:srgbClr val="FCD673"/>
          </a:solidFill>
        </p:spPr>
        <p:txBody>
          <a:bodyPr wrap="none" rtlCol="0">
            <a:spAutoFit/>
          </a:bodyPr>
          <a:lstStyle/>
          <a:p>
            <a:pPr algn="ctr"/>
            <a:r>
              <a:rPr lang="en-TH" b="1" dirty="0"/>
              <a:t>Action required: </a:t>
            </a:r>
            <a:r>
              <a:rPr lang="en-TH" dirty="0"/>
              <a:t>Try prompt01-SRS.md &gt; Run in Colab</a:t>
            </a:r>
          </a:p>
        </p:txBody>
      </p:sp>
    </p:spTree>
    <p:extLst>
      <p:ext uri="{BB962C8B-B14F-4D97-AF65-F5344CB8AC3E}">
        <p14:creationId xmlns:p14="http://schemas.microsoft.com/office/powerpoint/2010/main" val="3993364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15F1FF-A3A8-1AC6-D89E-507C46FB5451}"/>
            </a:ext>
          </a:extLst>
        </p:cNvPr>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4E09ACC-0730-CA47-7178-6353820D9CD2}"/>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sz="4400" dirty="0"/>
              <a:t>Developer Feedback Loop</a:t>
            </a:r>
          </a:p>
        </p:txBody>
      </p:sp>
      <p:sp>
        <p:nvSpPr>
          <p:cNvPr id="5" name="Text Placeholder 4">
            <a:extLst>
              <a:ext uri="{FF2B5EF4-FFF2-40B4-BE49-F238E27FC236}">
                <a16:creationId xmlns:a16="http://schemas.microsoft.com/office/drawing/2014/main" id="{AEF11773-EA50-44EB-0E97-80C1296129D0}"/>
              </a:ext>
            </a:extLst>
          </p:cNvPr>
          <p:cNvSpPr>
            <a:spLocks noGrp="1"/>
          </p:cNvSpPr>
          <p:nvPr>
            <p:ph type="body" idx="1"/>
          </p:nvPr>
        </p:nvSpPr>
        <p:spPr>
          <a:xfrm>
            <a:off x="643467" y="5277684"/>
            <a:ext cx="4620584" cy="775494"/>
          </a:xfrm>
        </p:spPr>
        <p:txBody>
          <a:bodyPr vert="horz" lIns="91440" tIns="45720" rIns="91440" bIns="45720" rtlCol="0">
            <a:normAutofit/>
          </a:bodyPr>
          <a:lstStyle/>
          <a:p>
            <a:pPr algn="thaiDist"/>
            <a:r>
              <a:rPr lang="en-US" sz="1300" b="1" dirty="0">
                <a:solidFill>
                  <a:schemeClr val="tx1"/>
                </a:solidFill>
              </a:rPr>
              <a:t>CLO3</a:t>
            </a:r>
            <a:r>
              <a:rPr lang="en-US" sz="1300" dirty="0">
                <a:solidFill>
                  <a:schemeClr val="tx1"/>
                </a:solidFill>
              </a:rPr>
              <a:t> Prompt AI to generate a structured Technical Design Document (TDD) that explains the codebase, enabling easier review, understanding, and verification.</a:t>
            </a:r>
          </a:p>
        </p:txBody>
      </p:sp>
      <p:pic>
        <p:nvPicPr>
          <p:cNvPr id="22" name="Picture 21" descr="Computer script on a screen">
            <a:extLst>
              <a:ext uri="{FF2B5EF4-FFF2-40B4-BE49-F238E27FC236}">
                <a16:creationId xmlns:a16="http://schemas.microsoft.com/office/drawing/2014/main" id="{C0970E91-997F-839A-2C3C-13C2937EE277}"/>
              </a:ext>
            </a:extLst>
          </p:cNvPr>
          <p:cNvPicPr>
            <a:picLocks noChangeAspect="1"/>
          </p:cNvPicPr>
          <p:nvPr/>
        </p:nvPicPr>
        <p:blipFill>
          <a:blip r:embed="rId2"/>
          <a:srcRect l="1066" r="40896"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2" name="Date Placeholder 1">
            <a:extLst>
              <a:ext uri="{FF2B5EF4-FFF2-40B4-BE49-F238E27FC236}">
                <a16:creationId xmlns:a16="http://schemas.microsoft.com/office/drawing/2014/main" id="{4B16E7E6-55E1-7D42-3A56-9A8E50E8CA07}"/>
              </a:ext>
            </a:extLst>
          </p:cNvPr>
          <p:cNvSpPr>
            <a:spLocks noGrp="1"/>
          </p:cNvSpPr>
          <p:nvPr>
            <p:ph type="dt" sz="half" idx="10"/>
          </p:nvPr>
        </p:nvSpPr>
        <p:spPr/>
        <p:txBody>
          <a:bodyPr/>
          <a:lstStyle/>
          <a:p>
            <a:fld id="{5D3FF671-393D-8E4C-B942-22BD5A907043}" type="datetime5">
              <a:rPr lang="en-US" smtClean="0"/>
              <a:t>22-Jul-26</a:t>
            </a:fld>
            <a:endParaRPr lang="en-TH"/>
          </a:p>
        </p:txBody>
      </p:sp>
      <p:sp>
        <p:nvSpPr>
          <p:cNvPr id="6" name="Slide Number Placeholder 5">
            <a:extLst>
              <a:ext uri="{FF2B5EF4-FFF2-40B4-BE49-F238E27FC236}">
                <a16:creationId xmlns:a16="http://schemas.microsoft.com/office/drawing/2014/main" id="{E6192B48-F42F-6FBE-21A1-A2C81BB396D4}"/>
              </a:ext>
            </a:extLst>
          </p:cNvPr>
          <p:cNvSpPr>
            <a:spLocks noGrp="1"/>
          </p:cNvSpPr>
          <p:nvPr>
            <p:ph type="sldNum" sz="quarter" idx="12"/>
          </p:nvPr>
        </p:nvSpPr>
        <p:spPr/>
        <p:txBody>
          <a:bodyPr/>
          <a:lstStyle/>
          <a:p>
            <a:fld id="{21F7FF55-A4C8-434F-9C7E-35C05141D3A5}" type="slidenum">
              <a:rPr lang="en-TH" smtClean="0"/>
              <a:t>22</a:t>
            </a:fld>
            <a:endParaRPr lang="en-TH"/>
          </a:p>
        </p:txBody>
      </p:sp>
    </p:spTree>
    <p:extLst>
      <p:ext uri="{BB962C8B-B14F-4D97-AF65-F5344CB8AC3E}">
        <p14:creationId xmlns:p14="http://schemas.microsoft.com/office/powerpoint/2010/main" val="3657684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A32FB-2123-409B-77D3-056B43C56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4386E1-FCA3-7A46-163B-A132A2AD3849}"/>
              </a:ext>
            </a:extLst>
          </p:cNvPr>
          <p:cNvSpPr>
            <a:spLocks noGrp="1"/>
          </p:cNvSpPr>
          <p:nvPr>
            <p:ph type="title"/>
          </p:nvPr>
        </p:nvSpPr>
        <p:spPr/>
        <p:txBody>
          <a:bodyPr/>
          <a:lstStyle/>
          <a:p>
            <a:r>
              <a:rPr lang="en-TH" dirty="0"/>
              <a:t>Three Essential Programming Concepts</a:t>
            </a:r>
          </a:p>
        </p:txBody>
      </p:sp>
      <p:sp>
        <p:nvSpPr>
          <p:cNvPr id="9" name="Text Placeholder 8">
            <a:extLst>
              <a:ext uri="{FF2B5EF4-FFF2-40B4-BE49-F238E27FC236}">
                <a16:creationId xmlns:a16="http://schemas.microsoft.com/office/drawing/2014/main" id="{A21152EC-362B-9318-3CE5-EF4786B11ABD}"/>
              </a:ext>
            </a:extLst>
          </p:cNvPr>
          <p:cNvSpPr>
            <a:spLocks noGrp="1"/>
          </p:cNvSpPr>
          <p:nvPr>
            <p:ph type="body" idx="1"/>
          </p:nvPr>
        </p:nvSpPr>
        <p:spPr>
          <a:xfrm>
            <a:off x="839788" y="1681163"/>
            <a:ext cx="10512424" cy="823912"/>
          </a:xfrm>
        </p:spPr>
        <p:txBody>
          <a:bodyPr anchor="t"/>
          <a:lstStyle/>
          <a:p>
            <a:r>
              <a:rPr lang="en-TH" dirty="0"/>
              <a:t>1. Algorithm: </a:t>
            </a:r>
            <a:r>
              <a:rPr lang="en-TH" b="0" dirty="0"/>
              <a:t>The step-by-step to complete a task</a:t>
            </a:r>
          </a:p>
        </p:txBody>
      </p:sp>
      <p:sp>
        <p:nvSpPr>
          <p:cNvPr id="7" name="Content Placeholder 6">
            <a:extLst>
              <a:ext uri="{FF2B5EF4-FFF2-40B4-BE49-F238E27FC236}">
                <a16:creationId xmlns:a16="http://schemas.microsoft.com/office/drawing/2014/main" id="{C9893BDB-C52C-8E9E-94F5-68C64E2C2651}"/>
              </a:ext>
            </a:extLst>
          </p:cNvPr>
          <p:cNvSpPr>
            <a:spLocks noGrp="1"/>
          </p:cNvSpPr>
          <p:nvPr>
            <p:ph sz="half" idx="2"/>
          </p:nvPr>
        </p:nvSpPr>
        <p:spPr>
          <a:xfrm>
            <a:off x="839788" y="2248525"/>
            <a:ext cx="5650953" cy="4107825"/>
          </a:xfrm>
        </p:spPr>
        <p:txBody>
          <a:bodyPr>
            <a:normAutofit fontScale="92500" lnSpcReduction="10000"/>
          </a:bodyPr>
          <a:lstStyle/>
          <a:p>
            <a:pPr lvl="1"/>
            <a:r>
              <a:rPr lang="en-TH" sz="2200" b="1" dirty="0"/>
              <a:t>Data</a:t>
            </a:r>
          </a:p>
          <a:p>
            <a:pPr lvl="2"/>
            <a:r>
              <a:rPr lang="en-US" sz="1900" b="1" dirty="0"/>
              <a:t>V</a:t>
            </a:r>
            <a:r>
              <a:rPr lang="en-TH" sz="1900" b="1" dirty="0"/>
              <a:t>ariables: </a:t>
            </a:r>
            <a:r>
              <a:rPr lang="en-TH" sz="1900" dirty="0"/>
              <a:t>Labeled storage boxes used to hold data in memory.</a:t>
            </a:r>
          </a:p>
          <a:p>
            <a:pPr marL="914400" lvl="2" indent="0">
              <a:buNone/>
            </a:pPr>
            <a:r>
              <a:rPr lang="en-US" b="1" dirty="0">
                <a:solidFill>
                  <a:srgbClr val="0070C0"/>
                </a:solidFill>
                <a:latin typeface="Courier New" panose="02070309020205020404" pitchFamily="49" charset="0"/>
              </a:rPr>
              <a:t>  x = {“BMI”:25.1</a:t>
            </a:r>
            <a:r>
              <a:rPr lang="en-TH" b="1" dirty="0">
                <a:solidFill>
                  <a:srgbClr val="0070C0"/>
                </a:solidFill>
                <a:latin typeface="Courier New" panose="02070309020205020404" pitchFamily="49" charset="0"/>
                <a:cs typeface="Courier New" panose="02070309020205020404" pitchFamily="49" charset="0"/>
              </a:rPr>
              <a:t>,“Age”:39}</a:t>
            </a:r>
            <a:endParaRPr lang="en-TH" b="1" dirty="0"/>
          </a:p>
          <a:p>
            <a:pPr lvl="2"/>
            <a:endParaRPr lang="en-TH" sz="1900" b="1" dirty="0"/>
          </a:p>
          <a:p>
            <a:pPr lvl="2"/>
            <a:r>
              <a:rPr lang="en-TH" sz="1900" b="1" dirty="0"/>
              <a:t>Types:</a:t>
            </a:r>
          </a:p>
          <a:p>
            <a:pPr lvl="3"/>
            <a:r>
              <a:rPr lang="en-TH" b="1" dirty="0"/>
              <a:t>Number: </a:t>
            </a:r>
            <a:r>
              <a:rPr lang="en-TH" dirty="0"/>
              <a:t>int/float </a:t>
            </a:r>
          </a:p>
          <a:p>
            <a:pPr marL="1371600" lvl="3" indent="0">
              <a:buNone/>
            </a:pPr>
            <a:r>
              <a:rPr lang="en-TH" b="1" dirty="0">
                <a:solidFill>
                  <a:srgbClr val="0070C0"/>
                </a:solidFill>
                <a:latin typeface="Courier New" panose="02070309020205020404" pitchFamily="49" charset="0"/>
                <a:cs typeface="Courier New" panose="02070309020205020404" pitchFamily="49" charset="0"/>
              </a:rPr>
              <a:t>	1</a:t>
            </a:r>
          </a:p>
          <a:p>
            <a:pPr lvl="3"/>
            <a:r>
              <a:rPr lang="en-TH" b="1" dirty="0"/>
              <a:t>Text:</a:t>
            </a:r>
            <a:r>
              <a:rPr lang="en-TH" dirty="0"/>
              <a:t> String </a:t>
            </a:r>
          </a:p>
          <a:p>
            <a:pPr marL="1371600" lvl="3" indent="0">
              <a:buNone/>
            </a:pPr>
            <a:r>
              <a:rPr lang="en-TH" b="1" dirty="0">
                <a:solidFill>
                  <a:srgbClr val="0070C0"/>
                </a:solidFill>
                <a:latin typeface="Courier New" panose="02070309020205020404" pitchFamily="49" charset="0"/>
                <a:cs typeface="Courier New" panose="02070309020205020404" pitchFamily="49" charset="0"/>
              </a:rPr>
              <a:t>	“1”</a:t>
            </a:r>
            <a:endParaRPr lang="en-TH" dirty="0">
              <a:latin typeface="Courier New" panose="02070309020205020404" pitchFamily="49" charset="0"/>
              <a:cs typeface="Courier New" panose="02070309020205020404" pitchFamily="49" charset="0"/>
            </a:endParaRPr>
          </a:p>
          <a:p>
            <a:pPr lvl="3"/>
            <a:r>
              <a:rPr lang="en-TH" b="1" dirty="0"/>
              <a:t>List: </a:t>
            </a:r>
            <a:r>
              <a:rPr lang="en-TH" dirty="0"/>
              <a:t> Collection of items in order</a:t>
            </a:r>
          </a:p>
          <a:p>
            <a:pPr marL="1371600" lvl="3" indent="0">
              <a:buNone/>
            </a:pPr>
            <a:r>
              <a:rPr lang="en-TH" dirty="0"/>
              <a:t>	</a:t>
            </a:r>
            <a:r>
              <a:rPr lang="en-TH" b="1" dirty="0">
                <a:solidFill>
                  <a:srgbClr val="0070C0"/>
                </a:solidFill>
                <a:latin typeface="Courier New" panose="02070309020205020404" pitchFamily="49" charset="0"/>
                <a:cs typeface="Courier New" panose="02070309020205020404" pitchFamily="49" charset="0"/>
              </a:rPr>
              <a:t>[1,2,3,4]</a:t>
            </a:r>
          </a:p>
          <a:p>
            <a:pPr lvl="3"/>
            <a:r>
              <a:rPr lang="en-TH" b="1" dirty="0"/>
              <a:t>Dictionary: </a:t>
            </a:r>
            <a:r>
              <a:rPr lang="en-TH" dirty="0"/>
              <a:t> Collection of key-value pairs</a:t>
            </a:r>
          </a:p>
          <a:p>
            <a:pPr marL="1371600" lvl="3" indent="0">
              <a:buNone/>
            </a:pPr>
            <a:r>
              <a:rPr lang="en-US" b="1" dirty="0">
                <a:solidFill>
                  <a:srgbClr val="0070C0"/>
                </a:solidFill>
                <a:latin typeface="Courier New" panose="02070309020205020404" pitchFamily="49" charset="0"/>
              </a:rPr>
              <a:t>	{“BMI”:25.1</a:t>
            </a:r>
            <a:r>
              <a:rPr lang="en-TH" b="1" dirty="0">
                <a:solidFill>
                  <a:srgbClr val="0070C0"/>
                </a:solidFill>
                <a:latin typeface="Courier New" panose="02070309020205020404" pitchFamily="49" charset="0"/>
                <a:cs typeface="Courier New" panose="02070309020205020404" pitchFamily="49" charset="0"/>
              </a:rPr>
              <a:t>,“Age”:39}</a:t>
            </a:r>
            <a:endParaRPr lang="en-TH" dirty="0"/>
          </a:p>
        </p:txBody>
      </p:sp>
      <p:sp>
        <p:nvSpPr>
          <p:cNvPr id="8" name="Content Placeholder 7">
            <a:extLst>
              <a:ext uri="{FF2B5EF4-FFF2-40B4-BE49-F238E27FC236}">
                <a16:creationId xmlns:a16="http://schemas.microsoft.com/office/drawing/2014/main" id="{9B97CE5F-4AA0-910D-A205-B5825584341B}"/>
              </a:ext>
            </a:extLst>
          </p:cNvPr>
          <p:cNvSpPr>
            <a:spLocks noGrp="1"/>
          </p:cNvSpPr>
          <p:nvPr>
            <p:ph sz="quarter" idx="4"/>
          </p:nvPr>
        </p:nvSpPr>
        <p:spPr>
          <a:xfrm>
            <a:off x="6172200" y="2248525"/>
            <a:ext cx="5183188" cy="4107825"/>
          </a:xfrm>
        </p:spPr>
        <p:txBody>
          <a:bodyPr>
            <a:normAutofit fontScale="92500" lnSpcReduction="10000"/>
          </a:bodyPr>
          <a:lstStyle/>
          <a:p>
            <a:pPr lvl="1"/>
            <a:r>
              <a:rPr lang="en-TH" sz="2200" b="1" dirty="0"/>
              <a:t>Selection: </a:t>
            </a:r>
            <a:r>
              <a:rPr lang="en-TH" sz="2200" dirty="0"/>
              <a:t>Making decisions in code </a:t>
            </a:r>
          </a:p>
          <a:p>
            <a:pPr lvl="1"/>
            <a:endParaRPr lang="en-TH" dirty="0"/>
          </a:p>
          <a:p>
            <a:pPr marL="914400" lvl="2" indent="0">
              <a:buNone/>
            </a:pPr>
            <a:r>
              <a:rPr lang="en-TH" b="1" dirty="0">
                <a:solidFill>
                  <a:srgbClr val="0070C0"/>
                </a:solidFill>
                <a:latin typeface="Courier New" panose="02070309020205020404" pitchFamily="49" charset="0"/>
                <a:cs typeface="Courier New" panose="02070309020205020404" pitchFamily="49" charset="0"/>
              </a:rPr>
              <a:t>if user is logged in</a:t>
            </a:r>
          </a:p>
          <a:p>
            <a:pPr marL="914400" lvl="2" indent="0">
              <a:buNone/>
            </a:pPr>
            <a:r>
              <a:rPr lang="en-TH" b="1" dirty="0">
                <a:solidFill>
                  <a:srgbClr val="0070C0"/>
                </a:solidFill>
                <a:latin typeface="Courier New" panose="02070309020205020404" pitchFamily="49" charset="0"/>
                <a:cs typeface="Courier New" panose="02070309020205020404" pitchFamily="49" charset="0"/>
              </a:rPr>
              <a:t>    show dashboard</a:t>
            </a:r>
          </a:p>
          <a:p>
            <a:pPr marL="914400" lvl="2" indent="0">
              <a:buNone/>
            </a:pPr>
            <a:r>
              <a:rPr lang="en-US" b="1" dirty="0">
                <a:solidFill>
                  <a:srgbClr val="0070C0"/>
                </a:solidFill>
                <a:latin typeface="Courier New" panose="02070309020205020404" pitchFamily="49" charset="0"/>
                <a:cs typeface="Courier New" panose="02070309020205020404" pitchFamily="49" charset="0"/>
              </a:rPr>
              <a:t>e</a:t>
            </a:r>
            <a:r>
              <a:rPr lang="en-TH" b="1" dirty="0">
                <a:solidFill>
                  <a:srgbClr val="0070C0"/>
                </a:solidFill>
                <a:latin typeface="Courier New" panose="02070309020205020404" pitchFamily="49" charset="0"/>
                <a:cs typeface="Courier New" panose="02070309020205020404" pitchFamily="49" charset="0"/>
              </a:rPr>
              <a:t>lse</a:t>
            </a:r>
          </a:p>
          <a:p>
            <a:pPr marL="914400" lvl="2" indent="0">
              <a:buNone/>
            </a:pPr>
            <a:r>
              <a:rPr lang="en-TH" b="1" dirty="0">
                <a:solidFill>
                  <a:srgbClr val="0070C0"/>
                </a:solidFill>
                <a:latin typeface="Courier New" panose="02070309020205020404" pitchFamily="49" charset="0"/>
                <a:cs typeface="Courier New" panose="02070309020205020404" pitchFamily="49" charset="0"/>
              </a:rPr>
              <a:t>    show login screen</a:t>
            </a:r>
          </a:p>
          <a:p>
            <a:pPr marL="914400" lvl="2" indent="0">
              <a:buNone/>
            </a:pPr>
            <a:endParaRPr lang="en-TH" b="1" dirty="0">
              <a:solidFill>
                <a:srgbClr val="0070C0"/>
              </a:solidFill>
              <a:latin typeface="Courier New" panose="02070309020205020404" pitchFamily="49" charset="0"/>
              <a:cs typeface="Courier New" panose="02070309020205020404" pitchFamily="49" charset="0"/>
            </a:endParaRPr>
          </a:p>
          <a:p>
            <a:pPr lvl="1"/>
            <a:r>
              <a:rPr lang="en-TH" sz="2200" b="1" dirty="0"/>
              <a:t>Repetition (Loops):</a:t>
            </a:r>
            <a:r>
              <a:rPr lang="en-TH" sz="2200" dirty="0"/>
              <a:t> Repeating an action multiple times until a specific condition is met.</a:t>
            </a:r>
          </a:p>
          <a:p>
            <a:pPr lvl="1"/>
            <a:endParaRPr lang="en-TH" dirty="0"/>
          </a:p>
          <a:p>
            <a:pPr marL="914400" lvl="2" indent="0">
              <a:buNone/>
            </a:pPr>
            <a:r>
              <a:rPr lang="en-US" b="1" dirty="0">
                <a:solidFill>
                  <a:srgbClr val="0070C0"/>
                </a:solidFill>
                <a:latin typeface="Courier New" panose="02070309020205020404" pitchFamily="49" charset="0"/>
                <a:cs typeface="Courier New" panose="02070309020205020404" pitchFamily="49" charset="0"/>
              </a:rPr>
              <a:t>sum(for x in range(1,5))</a:t>
            </a:r>
          </a:p>
        </p:txBody>
      </p:sp>
      <p:sp>
        <p:nvSpPr>
          <p:cNvPr id="4" name="Date Placeholder 3">
            <a:extLst>
              <a:ext uri="{FF2B5EF4-FFF2-40B4-BE49-F238E27FC236}">
                <a16:creationId xmlns:a16="http://schemas.microsoft.com/office/drawing/2014/main" id="{46B6B598-72A1-B0EE-B870-278FEA253799}"/>
              </a:ext>
            </a:extLst>
          </p:cNvPr>
          <p:cNvSpPr>
            <a:spLocks noGrp="1"/>
          </p:cNvSpPr>
          <p:nvPr>
            <p:ph type="dt" sz="half" idx="10"/>
          </p:nvPr>
        </p:nvSpPr>
        <p:spPr/>
        <p:txBody>
          <a:bodyPr/>
          <a:lstStyle/>
          <a:p>
            <a:fld id="{C125A8C8-41E1-3F49-8157-BA19C856F422}" type="datetime5">
              <a:rPr lang="en-US" smtClean="0"/>
              <a:t>22-Jul-26</a:t>
            </a:fld>
            <a:endParaRPr lang="en-TH"/>
          </a:p>
        </p:txBody>
      </p:sp>
      <p:sp>
        <p:nvSpPr>
          <p:cNvPr id="5" name="Slide Number Placeholder 4">
            <a:extLst>
              <a:ext uri="{FF2B5EF4-FFF2-40B4-BE49-F238E27FC236}">
                <a16:creationId xmlns:a16="http://schemas.microsoft.com/office/drawing/2014/main" id="{E6D347F6-8C69-2684-0053-4CDC9CBADA2C}"/>
              </a:ext>
            </a:extLst>
          </p:cNvPr>
          <p:cNvSpPr>
            <a:spLocks noGrp="1"/>
          </p:cNvSpPr>
          <p:nvPr>
            <p:ph type="sldNum" sz="quarter" idx="12"/>
          </p:nvPr>
        </p:nvSpPr>
        <p:spPr/>
        <p:txBody>
          <a:bodyPr/>
          <a:lstStyle/>
          <a:p>
            <a:fld id="{21F7FF55-A4C8-434F-9C7E-35C05141D3A5}" type="slidenum">
              <a:rPr lang="en-TH" smtClean="0"/>
              <a:t>23</a:t>
            </a:fld>
            <a:endParaRPr lang="en-TH"/>
          </a:p>
        </p:txBody>
      </p:sp>
    </p:spTree>
    <p:extLst>
      <p:ext uri="{BB962C8B-B14F-4D97-AF65-F5344CB8AC3E}">
        <p14:creationId xmlns:p14="http://schemas.microsoft.com/office/powerpoint/2010/main" val="2731656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098A1-77C3-5720-2024-72A9D68DC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CE429-9929-C046-FBFB-A022F67C863E}"/>
              </a:ext>
            </a:extLst>
          </p:cNvPr>
          <p:cNvSpPr>
            <a:spLocks noGrp="1"/>
          </p:cNvSpPr>
          <p:nvPr>
            <p:ph type="title"/>
          </p:nvPr>
        </p:nvSpPr>
        <p:spPr/>
        <p:txBody>
          <a:bodyPr/>
          <a:lstStyle/>
          <a:p>
            <a:r>
              <a:rPr lang="en-TH" dirty="0"/>
              <a:t>Three Essential Programming Concepts</a:t>
            </a:r>
          </a:p>
        </p:txBody>
      </p:sp>
      <p:sp>
        <p:nvSpPr>
          <p:cNvPr id="9" name="Text Placeholder 8">
            <a:extLst>
              <a:ext uri="{FF2B5EF4-FFF2-40B4-BE49-F238E27FC236}">
                <a16:creationId xmlns:a16="http://schemas.microsoft.com/office/drawing/2014/main" id="{0D3188B3-BAD7-997A-DC3A-0A9408D40919}"/>
              </a:ext>
            </a:extLst>
          </p:cNvPr>
          <p:cNvSpPr>
            <a:spLocks noGrp="1"/>
          </p:cNvSpPr>
          <p:nvPr>
            <p:ph type="body" idx="1"/>
          </p:nvPr>
        </p:nvSpPr>
        <p:spPr>
          <a:xfrm>
            <a:off x="839787" y="1681163"/>
            <a:ext cx="10282915" cy="823912"/>
          </a:xfrm>
        </p:spPr>
        <p:txBody>
          <a:bodyPr anchor="t"/>
          <a:lstStyle/>
          <a:p>
            <a:r>
              <a:rPr lang="en-TH" dirty="0"/>
              <a:t>2. Function/Method: </a:t>
            </a:r>
            <a:r>
              <a:rPr lang="en-TH" b="0" dirty="0"/>
              <a:t>A reusable block of code designed to perform a specific action</a:t>
            </a:r>
          </a:p>
        </p:txBody>
      </p:sp>
      <p:sp>
        <p:nvSpPr>
          <p:cNvPr id="7" name="Content Placeholder 6">
            <a:extLst>
              <a:ext uri="{FF2B5EF4-FFF2-40B4-BE49-F238E27FC236}">
                <a16:creationId xmlns:a16="http://schemas.microsoft.com/office/drawing/2014/main" id="{D1FC98AA-AB7E-B0BC-737D-316E5757E551}"/>
              </a:ext>
            </a:extLst>
          </p:cNvPr>
          <p:cNvSpPr>
            <a:spLocks noGrp="1"/>
          </p:cNvSpPr>
          <p:nvPr>
            <p:ph sz="half" idx="2"/>
          </p:nvPr>
        </p:nvSpPr>
        <p:spPr>
          <a:xfrm>
            <a:off x="839789" y="2653259"/>
            <a:ext cx="5256212" cy="3703091"/>
          </a:xfrm>
        </p:spPr>
        <p:txBody>
          <a:bodyPr>
            <a:normAutofit lnSpcReduction="10000"/>
          </a:bodyPr>
          <a:lstStyle/>
          <a:p>
            <a:pPr lvl="1">
              <a:lnSpc>
                <a:spcPct val="100000"/>
              </a:lnSpc>
              <a:spcAft>
                <a:spcPts val="1200"/>
              </a:spcAft>
            </a:pPr>
            <a:r>
              <a:rPr lang="en-TH" sz="2000" b="1" dirty="0"/>
              <a:t>Parameter(s): </a:t>
            </a:r>
            <a:r>
              <a:rPr lang="en-TH" sz="2000" dirty="0"/>
              <a:t>The </a:t>
            </a:r>
            <a:r>
              <a:rPr lang="en-TH" sz="2000" b="1" dirty="0"/>
              <a:t>input</a:t>
            </a:r>
            <a:r>
              <a:rPr lang="en-TH" sz="2000" dirty="0"/>
              <a:t> slots or placeholders a function requires to do its job</a:t>
            </a:r>
          </a:p>
          <a:p>
            <a:pPr lvl="1">
              <a:lnSpc>
                <a:spcPct val="100000"/>
              </a:lnSpc>
              <a:spcAft>
                <a:spcPts val="1200"/>
              </a:spcAft>
            </a:pPr>
            <a:r>
              <a:rPr lang="en-TH" sz="2000" b="1" dirty="0"/>
              <a:t>Return Value(s):</a:t>
            </a:r>
            <a:r>
              <a:rPr lang="en-TH" sz="2000" dirty="0"/>
              <a:t> The final </a:t>
            </a:r>
            <a:r>
              <a:rPr lang="en-TH" sz="2000" b="1" dirty="0"/>
              <a:t>output</a:t>
            </a:r>
            <a:r>
              <a:rPr lang="en-TH" sz="2000" dirty="0"/>
              <a:t> or result that the function spits back out to the main program after it finishes running.</a:t>
            </a:r>
          </a:p>
          <a:p>
            <a:pPr lvl="1">
              <a:lnSpc>
                <a:spcPct val="100000"/>
              </a:lnSpc>
              <a:spcAft>
                <a:spcPts val="1200"/>
              </a:spcAft>
            </a:pPr>
            <a:r>
              <a:rPr lang="en-TH" sz="2000" b="1" dirty="0"/>
              <a:t>Function / Method Calling:</a:t>
            </a:r>
            <a:r>
              <a:rPr lang="en-TH" sz="2000" dirty="0"/>
              <a:t> Triggering or executing that specific block of code to run when needed.</a:t>
            </a:r>
          </a:p>
        </p:txBody>
      </p:sp>
      <p:sp>
        <p:nvSpPr>
          <p:cNvPr id="8" name="Content Placeholder 7">
            <a:extLst>
              <a:ext uri="{FF2B5EF4-FFF2-40B4-BE49-F238E27FC236}">
                <a16:creationId xmlns:a16="http://schemas.microsoft.com/office/drawing/2014/main" id="{DA24B6F4-D895-1FCE-04B9-5340A4E1D737}"/>
              </a:ext>
            </a:extLst>
          </p:cNvPr>
          <p:cNvSpPr>
            <a:spLocks noGrp="1"/>
          </p:cNvSpPr>
          <p:nvPr>
            <p:ph sz="quarter" idx="4"/>
          </p:nvPr>
        </p:nvSpPr>
        <p:spPr>
          <a:xfrm>
            <a:off x="6172200" y="2653259"/>
            <a:ext cx="5183188" cy="3703091"/>
          </a:xfrm>
        </p:spPr>
        <p:txBody>
          <a:bodyPr>
            <a:normAutofit lnSpcReduction="10000"/>
          </a:bodyPr>
          <a:lstStyle/>
          <a:p>
            <a:pPr marL="0" indent="0">
              <a:buNone/>
            </a:pPr>
            <a:r>
              <a:rPr lang="en-US" sz="1800" b="1" dirty="0">
                <a:solidFill>
                  <a:srgbClr val="0070C0"/>
                </a:solidFill>
                <a:latin typeface="Courier New" panose="02070309020205020404" pitchFamily="49" charset="0"/>
                <a:cs typeface="Courier New" panose="02070309020205020404" pitchFamily="49" charset="0"/>
              </a:rPr>
              <a:t>def f(x): </a:t>
            </a:r>
          </a:p>
          <a:p>
            <a:pPr marL="0" indent="0">
              <a:buNone/>
            </a:pPr>
            <a:r>
              <a:rPr lang="en-US" sz="1800" b="1" dirty="0">
                <a:solidFill>
                  <a:srgbClr val="0070C0"/>
                </a:solidFill>
                <a:latin typeface="Courier New" panose="02070309020205020404" pitchFamily="49" charset="0"/>
                <a:cs typeface="Courier New" panose="02070309020205020404" pitchFamily="49" charset="0"/>
              </a:rPr>
              <a:t>    y = x+1</a:t>
            </a:r>
          </a:p>
          <a:p>
            <a:pPr marL="0" indent="0">
              <a:buNone/>
            </a:pPr>
            <a:r>
              <a:rPr lang="en-US" sz="1800" b="1" dirty="0">
                <a:solidFill>
                  <a:srgbClr val="0070C0"/>
                </a:solidFill>
                <a:latin typeface="Courier New" panose="02070309020205020404" pitchFamily="49" charset="0"/>
                <a:cs typeface="Courier New" panose="02070309020205020404" pitchFamily="49" charset="0"/>
              </a:rPr>
              <a:t>    return y</a:t>
            </a:r>
          </a:p>
          <a:p>
            <a:pPr marL="0" indent="0">
              <a:buNone/>
            </a:pPr>
            <a:endParaRPr lang="en-US" sz="1800" b="1" dirty="0">
              <a:solidFill>
                <a:srgbClr val="0070C0"/>
              </a:solidFill>
              <a:latin typeface="Courier New" panose="02070309020205020404" pitchFamily="49" charset="0"/>
              <a:cs typeface="Courier New" panose="02070309020205020404" pitchFamily="49" charset="0"/>
            </a:endParaRPr>
          </a:p>
          <a:p>
            <a:pPr marL="0" indent="0">
              <a:buNone/>
            </a:pPr>
            <a:r>
              <a:rPr lang="en-US" sz="1800" b="1" dirty="0">
                <a:solidFill>
                  <a:srgbClr val="0070C0"/>
                </a:solidFill>
                <a:latin typeface="Courier New" panose="02070309020205020404" pitchFamily="49" charset="0"/>
                <a:cs typeface="Courier New" panose="02070309020205020404" pitchFamily="49" charset="0"/>
              </a:rPr>
              <a:t>def mean(</a:t>
            </a:r>
            <a:r>
              <a:rPr lang="en-US" sz="1800" b="1" dirty="0" err="1">
                <a:solidFill>
                  <a:srgbClr val="0070C0"/>
                </a:solidFill>
                <a:latin typeface="Courier New" panose="02070309020205020404" pitchFamily="49" charset="0"/>
                <a:cs typeface="Courier New" panose="02070309020205020404" pitchFamily="49" charset="0"/>
              </a:rPr>
              <a:t>x:list</a:t>
            </a:r>
            <a:r>
              <a:rPr lang="en-US" sz="1800" b="1" dirty="0">
                <a:solidFill>
                  <a:srgbClr val="0070C0"/>
                </a:solidFill>
                <a:latin typeface="Courier New" panose="02070309020205020404" pitchFamily="49" charset="0"/>
                <a:cs typeface="Courier New" panose="02070309020205020404" pitchFamily="49" charset="0"/>
              </a:rPr>
              <a:t>, </a:t>
            </a:r>
            <a:r>
              <a:rPr lang="en-US" sz="1800" b="1" dirty="0" err="1">
                <a:solidFill>
                  <a:srgbClr val="0070C0"/>
                </a:solidFill>
                <a:latin typeface="Courier New" panose="02070309020205020404" pitchFamily="49" charset="0"/>
                <a:cs typeface="Courier New" panose="02070309020205020404" pitchFamily="49" charset="0"/>
              </a:rPr>
              <a:t>w:list</a:t>
            </a:r>
            <a:r>
              <a:rPr lang="en-US" sz="1800" b="1" dirty="0">
                <a:solidFill>
                  <a:srgbClr val="0070C0"/>
                </a:solidFill>
                <a:latin typeface="Courier New" panose="02070309020205020404" pitchFamily="49" charset="0"/>
                <a:cs typeface="Courier New" panose="02070309020205020404" pitchFamily="49" charset="0"/>
              </a:rPr>
              <a:t>) -&gt; float:</a:t>
            </a:r>
          </a:p>
          <a:p>
            <a:pPr marL="0" indent="0">
              <a:buNone/>
            </a:pPr>
            <a:r>
              <a:rPr lang="en-US" sz="1800" b="1" dirty="0">
                <a:solidFill>
                  <a:srgbClr val="0070C0"/>
                </a:solidFill>
                <a:latin typeface="Courier New" panose="02070309020205020404" pitchFamily="49" charset="0"/>
                <a:cs typeface="Courier New" panose="02070309020205020404" pitchFamily="49" charset="0"/>
              </a:rPr>
              <a:t>    for </a:t>
            </a:r>
            <a:r>
              <a:rPr lang="en-US" sz="1800" b="1" dirty="0" err="1">
                <a:solidFill>
                  <a:srgbClr val="0070C0"/>
                </a:solidFill>
                <a:latin typeface="Courier New" panose="02070309020205020404" pitchFamily="49" charset="0"/>
                <a:cs typeface="Courier New" panose="02070309020205020404" pitchFamily="49" charset="0"/>
              </a:rPr>
              <a:t>i</a:t>
            </a:r>
            <a:r>
              <a:rPr lang="en-US" sz="1800" b="1" dirty="0">
                <a:solidFill>
                  <a:srgbClr val="0070C0"/>
                </a:solidFill>
                <a:latin typeface="Courier New" panose="02070309020205020404" pitchFamily="49" charset="0"/>
                <a:cs typeface="Courier New" panose="02070309020205020404" pitchFamily="49" charset="0"/>
              </a:rPr>
              <a:t> in range(</a:t>
            </a:r>
            <a:r>
              <a:rPr lang="en-US" sz="1800" b="1" dirty="0" err="1">
                <a:solidFill>
                  <a:srgbClr val="0070C0"/>
                </a:solidFill>
                <a:latin typeface="Courier New" panose="02070309020205020404" pitchFamily="49" charset="0"/>
                <a:cs typeface="Courier New" panose="02070309020205020404" pitchFamily="49" charset="0"/>
              </a:rPr>
              <a:t>len</a:t>
            </a:r>
            <a:r>
              <a:rPr lang="en-US" sz="1800" b="1" dirty="0">
                <a:solidFill>
                  <a:srgbClr val="0070C0"/>
                </a:solidFill>
                <a:latin typeface="Courier New" panose="02070309020205020404" pitchFamily="49" charset="0"/>
                <a:cs typeface="Courier New" panose="02070309020205020404" pitchFamily="49" charset="0"/>
              </a:rPr>
              <a:t>(x)):</a:t>
            </a:r>
          </a:p>
          <a:p>
            <a:pPr marL="0" indent="0">
              <a:buNone/>
            </a:pPr>
            <a:r>
              <a:rPr lang="en-US" sz="1800" b="1" dirty="0">
                <a:solidFill>
                  <a:srgbClr val="0070C0"/>
                </a:solidFill>
                <a:latin typeface="Courier New" panose="02070309020205020404" pitchFamily="49" charset="0"/>
                <a:cs typeface="Courier New" panose="02070309020205020404" pitchFamily="49" charset="0"/>
              </a:rPr>
              <a:t>        </a:t>
            </a:r>
            <a:r>
              <a:rPr lang="en-US" sz="1800" b="1" dirty="0" err="1">
                <a:solidFill>
                  <a:srgbClr val="0070C0"/>
                </a:solidFill>
                <a:latin typeface="Courier New" panose="02070309020205020404" pitchFamily="49" charset="0"/>
                <a:cs typeface="Courier New" panose="02070309020205020404" pitchFamily="49" charset="0"/>
              </a:rPr>
              <a:t>weighted_sum</a:t>
            </a:r>
            <a:r>
              <a:rPr lang="en-US" sz="1800" b="1" dirty="0">
                <a:solidFill>
                  <a:srgbClr val="0070C0"/>
                </a:solidFill>
                <a:latin typeface="Courier New" panose="02070309020205020404" pitchFamily="49" charset="0"/>
                <a:cs typeface="Courier New" panose="02070309020205020404" pitchFamily="49" charset="0"/>
              </a:rPr>
              <a:t> += x[</a:t>
            </a:r>
            <a:r>
              <a:rPr lang="en-US" sz="1800" b="1" dirty="0" err="1">
                <a:solidFill>
                  <a:srgbClr val="0070C0"/>
                </a:solidFill>
                <a:latin typeface="Courier New" panose="02070309020205020404" pitchFamily="49" charset="0"/>
                <a:cs typeface="Courier New" panose="02070309020205020404" pitchFamily="49" charset="0"/>
              </a:rPr>
              <a:t>i</a:t>
            </a:r>
            <a:r>
              <a:rPr lang="en-US" sz="1800" b="1" dirty="0">
                <a:solidFill>
                  <a:srgbClr val="0070C0"/>
                </a:solidFill>
                <a:latin typeface="Courier New" panose="02070309020205020404" pitchFamily="49" charset="0"/>
                <a:cs typeface="Courier New" panose="02070309020205020404" pitchFamily="49" charset="0"/>
              </a:rPr>
              <a:t>]*w[</a:t>
            </a:r>
            <a:r>
              <a:rPr lang="en-US" sz="1800" b="1" dirty="0" err="1">
                <a:solidFill>
                  <a:srgbClr val="0070C0"/>
                </a:solidFill>
                <a:latin typeface="Courier New" panose="02070309020205020404" pitchFamily="49" charset="0"/>
                <a:cs typeface="Courier New" panose="02070309020205020404" pitchFamily="49" charset="0"/>
              </a:rPr>
              <a:t>i</a:t>
            </a:r>
            <a:r>
              <a:rPr lang="en-US" sz="1800" b="1" dirty="0">
                <a:solidFill>
                  <a:srgbClr val="0070C0"/>
                </a:solidFill>
                <a:latin typeface="Courier New" panose="02070309020205020404" pitchFamily="49" charset="0"/>
                <a:cs typeface="Courier New" panose="02070309020205020404" pitchFamily="49" charset="0"/>
              </a:rPr>
              <a:t>]</a:t>
            </a:r>
          </a:p>
          <a:p>
            <a:pPr marL="0" indent="0">
              <a:buNone/>
            </a:pPr>
            <a:r>
              <a:rPr lang="en-US" sz="1800" b="1" dirty="0">
                <a:solidFill>
                  <a:srgbClr val="0070C0"/>
                </a:solidFill>
                <a:latin typeface="Courier New" panose="02070309020205020404" pitchFamily="49" charset="0"/>
                <a:cs typeface="Courier New" panose="02070309020205020404" pitchFamily="49" charset="0"/>
              </a:rPr>
              <a:t>    return </a:t>
            </a:r>
            <a:r>
              <a:rPr lang="en-US" sz="1800" b="1" dirty="0" err="1">
                <a:solidFill>
                  <a:srgbClr val="0070C0"/>
                </a:solidFill>
                <a:latin typeface="Courier New" panose="02070309020205020404" pitchFamily="49" charset="0"/>
                <a:cs typeface="Courier New" panose="02070309020205020404" pitchFamily="49" charset="0"/>
              </a:rPr>
              <a:t>weighted_sum</a:t>
            </a:r>
            <a:r>
              <a:rPr lang="en-US" sz="1800" b="1" dirty="0">
                <a:solidFill>
                  <a:srgbClr val="0070C0"/>
                </a:solidFill>
                <a:latin typeface="Courier New" panose="02070309020205020404" pitchFamily="49" charset="0"/>
                <a:cs typeface="Courier New" panose="02070309020205020404" pitchFamily="49" charset="0"/>
              </a:rPr>
              <a:t>/sum(w)</a:t>
            </a:r>
          </a:p>
          <a:p>
            <a:pPr marL="0" indent="0">
              <a:buNone/>
            </a:pPr>
            <a:endParaRPr lang="en-US" sz="1800" b="1" dirty="0">
              <a:solidFill>
                <a:srgbClr val="0070C0"/>
              </a:solidFill>
              <a:latin typeface="Courier New" panose="02070309020205020404" pitchFamily="49" charset="0"/>
              <a:cs typeface="Courier New" panose="02070309020205020404" pitchFamily="49" charset="0"/>
            </a:endParaRPr>
          </a:p>
          <a:p>
            <a:pPr marL="0" indent="0">
              <a:buNone/>
            </a:pPr>
            <a:r>
              <a:rPr lang="en-US" sz="1800" b="1" dirty="0">
                <a:solidFill>
                  <a:srgbClr val="0070C0"/>
                </a:solidFill>
                <a:latin typeface="Courier New" panose="02070309020205020404" pitchFamily="49" charset="0"/>
                <a:cs typeface="Courier New" panose="02070309020205020404" pitchFamily="49" charset="0"/>
              </a:rPr>
              <a:t>mean([10,20,30],[1,2,1])</a:t>
            </a:r>
          </a:p>
        </p:txBody>
      </p:sp>
      <p:sp>
        <p:nvSpPr>
          <p:cNvPr id="4" name="Date Placeholder 3">
            <a:extLst>
              <a:ext uri="{FF2B5EF4-FFF2-40B4-BE49-F238E27FC236}">
                <a16:creationId xmlns:a16="http://schemas.microsoft.com/office/drawing/2014/main" id="{D17A2E21-494E-072D-D898-60E00B4B6235}"/>
              </a:ext>
            </a:extLst>
          </p:cNvPr>
          <p:cNvSpPr>
            <a:spLocks noGrp="1"/>
          </p:cNvSpPr>
          <p:nvPr>
            <p:ph type="dt" sz="half" idx="10"/>
          </p:nvPr>
        </p:nvSpPr>
        <p:spPr/>
        <p:txBody>
          <a:bodyPr/>
          <a:lstStyle/>
          <a:p>
            <a:fld id="{C125A8C8-41E1-3F49-8157-BA19C856F422}" type="datetime5">
              <a:rPr lang="en-US" smtClean="0"/>
              <a:t>22-Jul-26</a:t>
            </a:fld>
            <a:endParaRPr lang="en-TH"/>
          </a:p>
        </p:txBody>
      </p:sp>
      <p:sp>
        <p:nvSpPr>
          <p:cNvPr id="5" name="Slide Number Placeholder 4">
            <a:extLst>
              <a:ext uri="{FF2B5EF4-FFF2-40B4-BE49-F238E27FC236}">
                <a16:creationId xmlns:a16="http://schemas.microsoft.com/office/drawing/2014/main" id="{55335525-2F44-391F-7991-58CE6BDBAA2E}"/>
              </a:ext>
            </a:extLst>
          </p:cNvPr>
          <p:cNvSpPr>
            <a:spLocks noGrp="1"/>
          </p:cNvSpPr>
          <p:nvPr>
            <p:ph type="sldNum" sz="quarter" idx="12"/>
          </p:nvPr>
        </p:nvSpPr>
        <p:spPr/>
        <p:txBody>
          <a:bodyPr/>
          <a:lstStyle/>
          <a:p>
            <a:fld id="{21F7FF55-A4C8-434F-9C7E-35C05141D3A5}" type="slidenum">
              <a:rPr lang="en-TH" smtClean="0"/>
              <a:t>24</a:t>
            </a:fld>
            <a:endParaRPr lang="en-TH" dirty="0"/>
          </a:p>
        </p:txBody>
      </p:sp>
    </p:spTree>
    <p:extLst>
      <p:ext uri="{BB962C8B-B14F-4D97-AF65-F5344CB8AC3E}">
        <p14:creationId xmlns:p14="http://schemas.microsoft.com/office/powerpoint/2010/main" val="2649359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90E76-1A1A-F7DE-CF77-189568594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E54B6-3388-A090-64B0-1C0A72D893C2}"/>
              </a:ext>
            </a:extLst>
          </p:cNvPr>
          <p:cNvSpPr>
            <a:spLocks noGrp="1"/>
          </p:cNvSpPr>
          <p:nvPr>
            <p:ph type="title"/>
          </p:nvPr>
        </p:nvSpPr>
        <p:spPr/>
        <p:txBody>
          <a:bodyPr/>
          <a:lstStyle/>
          <a:p>
            <a:r>
              <a:rPr lang="en-TH" dirty="0"/>
              <a:t>Three Essential Programming Concepts</a:t>
            </a:r>
          </a:p>
        </p:txBody>
      </p:sp>
      <p:sp>
        <p:nvSpPr>
          <p:cNvPr id="9" name="Text Placeholder 8">
            <a:extLst>
              <a:ext uri="{FF2B5EF4-FFF2-40B4-BE49-F238E27FC236}">
                <a16:creationId xmlns:a16="http://schemas.microsoft.com/office/drawing/2014/main" id="{BA5FBB10-DB30-A833-5FE1-532819517E93}"/>
              </a:ext>
            </a:extLst>
          </p:cNvPr>
          <p:cNvSpPr>
            <a:spLocks noGrp="1"/>
          </p:cNvSpPr>
          <p:nvPr>
            <p:ph type="body" idx="1"/>
          </p:nvPr>
        </p:nvSpPr>
        <p:spPr>
          <a:xfrm>
            <a:off x="839787" y="1681163"/>
            <a:ext cx="10987451" cy="823912"/>
          </a:xfrm>
        </p:spPr>
        <p:txBody>
          <a:bodyPr anchor="t"/>
          <a:lstStyle/>
          <a:p>
            <a:r>
              <a:rPr lang="en-TH" dirty="0"/>
              <a:t>3. Class:</a:t>
            </a:r>
            <a:r>
              <a:rPr lang="en-TH" b="0" dirty="0"/>
              <a:t> A custom blueprint or template used to define the properties and behaviors of a specific real-world concept.</a:t>
            </a:r>
          </a:p>
        </p:txBody>
      </p:sp>
      <p:sp>
        <p:nvSpPr>
          <p:cNvPr id="7" name="Content Placeholder 6">
            <a:extLst>
              <a:ext uri="{FF2B5EF4-FFF2-40B4-BE49-F238E27FC236}">
                <a16:creationId xmlns:a16="http://schemas.microsoft.com/office/drawing/2014/main" id="{63776E57-62D5-EED9-E1B3-F7108754CCA9}"/>
              </a:ext>
            </a:extLst>
          </p:cNvPr>
          <p:cNvSpPr>
            <a:spLocks noGrp="1"/>
          </p:cNvSpPr>
          <p:nvPr>
            <p:ph sz="half" idx="2"/>
          </p:nvPr>
        </p:nvSpPr>
        <p:spPr>
          <a:xfrm>
            <a:off x="839789" y="2683239"/>
            <a:ext cx="5256212" cy="3673111"/>
          </a:xfrm>
        </p:spPr>
        <p:txBody>
          <a:bodyPr>
            <a:noAutofit/>
          </a:bodyPr>
          <a:lstStyle/>
          <a:p>
            <a:pPr lvl="1">
              <a:lnSpc>
                <a:spcPct val="100000"/>
              </a:lnSpc>
              <a:spcAft>
                <a:spcPts val="1200"/>
              </a:spcAft>
            </a:pPr>
            <a:r>
              <a:rPr lang="en-TH" sz="1800" b="1" dirty="0"/>
              <a:t>Data (Attributes): </a:t>
            </a:r>
            <a:r>
              <a:rPr lang="en-US" sz="1800" dirty="0"/>
              <a:t>The information an object holds or remembers</a:t>
            </a:r>
            <a:endParaRPr lang="en-TH" sz="1800" dirty="0"/>
          </a:p>
          <a:p>
            <a:pPr lvl="1">
              <a:lnSpc>
                <a:spcPct val="100000"/>
              </a:lnSpc>
              <a:spcAft>
                <a:spcPts val="1200"/>
              </a:spcAft>
            </a:pPr>
            <a:r>
              <a:rPr lang="en-TH" sz="1800" b="1" dirty="0"/>
              <a:t>Behaviour (Methods): </a:t>
            </a:r>
            <a:r>
              <a:rPr lang="en-US" sz="1800" dirty="0"/>
              <a:t>The actions an object can perform or the operations it can execute on its data</a:t>
            </a:r>
            <a:endParaRPr lang="en-TH" sz="1800" dirty="0"/>
          </a:p>
          <a:p>
            <a:pPr lvl="1">
              <a:lnSpc>
                <a:spcPct val="100000"/>
              </a:lnSpc>
              <a:spcAft>
                <a:spcPts val="1200"/>
              </a:spcAft>
            </a:pPr>
            <a:r>
              <a:rPr lang="en-TH" sz="1800" b="1" dirty="0"/>
              <a:t>Object:</a:t>
            </a:r>
            <a:r>
              <a:rPr lang="en-TH" sz="1800" dirty="0"/>
              <a:t> A real, live instance created from a </a:t>
            </a:r>
            <a:r>
              <a:rPr lang="en-TH" sz="1800" b="1" dirty="0"/>
              <a:t>Class</a:t>
            </a:r>
            <a:r>
              <a:rPr lang="en-TH" sz="1800" dirty="0"/>
              <a:t> blueprint</a:t>
            </a:r>
          </a:p>
          <a:p>
            <a:pPr lvl="1">
              <a:lnSpc>
                <a:spcPct val="100000"/>
              </a:lnSpc>
              <a:spcAft>
                <a:spcPts val="1200"/>
              </a:spcAft>
            </a:pPr>
            <a:r>
              <a:rPr lang="en-TH" sz="1800" b="1" dirty="0"/>
              <a:t>Object Instantiation:</a:t>
            </a:r>
            <a:r>
              <a:rPr lang="en-TH" sz="1800" dirty="0"/>
              <a:t> The act of using a Class blueprint to actually create a live, concrete instance of that object in the program.</a:t>
            </a:r>
          </a:p>
        </p:txBody>
      </p:sp>
      <p:sp>
        <p:nvSpPr>
          <p:cNvPr id="8" name="Content Placeholder 7">
            <a:extLst>
              <a:ext uri="{FF2B5EF4-FFF2-40B4-BE49-F238E27FC236}">
                <a16:creationId xmlns:a16="http://schemas.microsoft.com/office/drawing/2014/main" id="{DFCCAFCA-9FAE-939C-B8B4-037D6F7865BF}"/>
              </a:ext>
            </a:extLst>
          </p:cNvPr>
          <p:cNvSpPr>
            <a:spLocks noGrp="1"/>
          </p:cNvSpPr>
          <p:nvPr>
            <p:ph sz="quarter" idx="4"/>
          </p:nvPr>
        </p:nvSpPr>
        <p:spPr>
          <a:xfrm>
            <a:off x="6172200" y="2458389"/>
            <a:ext cx="5834922" cy="4038236"/>
          </a:xfrm>
        </p:spPr>
        <p:txBody>
          <a:bodyPr>
            <a:normAutofit fontScale="55000" lnSpcReduction="20000"/>
          </a:bodyPr>
          <a:lstStyle/>
          <a:p>
            <a:pPr marL="0" indent="0">
              <a:buNone/>
            </a:pPr>
            <a:r>
              <a:rPr lang="en-US" b="1" dirty="0">
                <a:solidFill>
                  <a:srgbClr val="0070C0"/>
                </a:solidFill>
                <a:latin typeface="Courier New" panose="02070309020205020404" pitchFamily="49" charset="0"/>
                <a:cs typeface="Courier New" panose="02070309020205020404" pitchFamily="49" charset="0"/>
              </a:rPr>
              <a:t>class Car:</a:t>
            </a:r>
          </a:p>
          <a:p>
            <a:pPr marL="0" indent="0">
              <a:buNone/>
            </a:pPr>
            <a:r>
              <a:rPr lang="en-US" b="1" dirty="0">
                <a:solidFill>
                  <a:srgbClr val="0070C0"/>
                </a:solidFill>
                <a:latin typeface="Courier New" panose="02070309020205020404" pitchFamily="49" charset="0"/>
                <a:cs typeface="Courier New" panose="02070309020205020404" pitchFamily="49" charset="0"/>
              </a:rPr>
              <a:t>    def __</a:t>
            </a:r>
            <a:r>
              <a:rPr lang="en-US" b="1" dirty="0" err="1">
                <a:solidFill>
                  <a:srgbClr val="0070C0"/>
                </a:solidFill>
                <a:latin typeface="Courier New" panose="02070309020205020404" pitchFamily="49" charset="0"/>
                <a:cs typeface="Courier New" panose="02070309020205020404" pitchFamily="49" charset="0"/>
              </a:rPr>
              <a:t>init</a:t>
            </a:r>
            <a:r>
              <a:rPr lang="en-US" b="1" dirty="0">
                <a:solidFill>
                  <a:srgbClr val="0070C0"/>
                </a:solidFill>
                <a:latin typeface="Courier New" panose="02070309020205020404" pitchFamily="49" charset="0"/>
                <a:cs typeface="Courier New" panose="02070309020205020404" pitchFamily="49" charset="0"/>
              </a:rPr>
              <a:t>__(</a:t>
            </a:r>
            <a:r>
              <a:rPr lang="en-US" b="1" dirty="0" err="1">
                <a:solidFill>
                  <a:srgbClr val="0070C0"/>
                </a:solidFill>
                <a:latin typeface="Courier New" panose="02070309020205020404" pitchFamily="49" charset="0"/>
                <a:cs typeface="Courier New" panose="02070309020205020404" pitchFamily="49" charset="0"/>
              </a:rPr>
              <a:t>mpg,fuel_level,make</a:t>
            </a:r>
            <a:r>
              <a:rPr lang="en-US" b="1" dirty="0">
                <a:solidFill>
                  <a:srgbClr val="0070C0"/>
                </a:solidFill>
                <a:latin typeface="Courier New" panose="02070309020205020404" pitchFamily="49" charset="0"/>
                <a:cs typeface="Courier New" panose="02070309020205020404" pitchFamily="49" charset="0"/>
              </a:rPr>
              <a:t>=‘Tesla’):</a:t>
            </a:r>
          </a:p>
          <a:p>
            <a:pPr marL="0" indent="0">
              <a:buNone/>
            </a:pPr>
            <a:r>
              <a:rPr lang="en-US" b="1" dirty="0">
                <a:solidFill>
                  <a:srgbClr val="0070C0"/>
                </a:solidFill>
                <a:latin typeface="Courier New" panose="02070309020205020404" pitchFamily="49" charset="0"/>
                <a:cs typeface="Courier New" panose="02070309020205020404" pitchFamily="49" charset="0"/>
              </a:rPr>
              <a:t>        </a:t>
            </a:r>
            <a:r>
              <a:rPr lang="en-US" b="1" dirty="0" err="1">
                <a:solidFill>
                  <a:srgbClr val="0070C0"/>
                </a:solidFill>
                <a:latin typeface="Courier New" panose="02070309020205020404" pitchFamily="49" charset="0"/>
                <a:cs typeface="Courier New" panose="02070309020205020404" pitchFamily="49" charset="0"/>
              </a:rPr>
              <a:t>self.make</a:t>
            </a:r>
            <a:r>
              <a:rPr lang="en-US" b="1" dirty="0">
                <a:solidFill>
                  <a:srgbClr val="0070C0"/>
                </a:solidFill>
                <a:latin typeface="Courier New" panose="02070309020205020404" pitchFamily="49" charset="0"/>
                <a:cs typeface="Courier New" panose="02070309020205020404" pitchFamily="49" charset="0"/>
              </a:rPr>
              <a:t> = make</a:t>
            </a:r>
          </a:p>
          <a:p>
            <a:pPr marL="0" indent="0">
              <a:buNone/>
            </a:pPr>
            <a:r>
              <a:rPr lang="en-US" b="1" dirty="0">
                <a:solidFill>
                  <a:srgbClr val="0070C0"/>
                </a:solidFill>
                <a:latin typeface="Courier New" panose="02070309020205020404" pitchFamily="49" charset="0"/>
                <a:cs typeface="Courier New" panose="02070309020205020404" pitchFamily="49" charset="0"/>
              </a:rPr>
              <a:t>	</a:t>
            </a:r>
            <a:r>
              <a:rPr lang="en-US" b="1" dirty="0" err="1">
                <a:solidFill>
                  <a:srgbClr val="0070C0"/>
                </a:solidFill>
                <a:latin typeface="Courier New" panose="02070309020205020404" pitchFamily="49" charset="0"/>
                <a:cs typeface="Courier New" panose="02070309020205020404" pitchFamily="49" charset="0"/>
              </a:rPr>
              <a:t>self.fuel_level</a:t>
            </a:r>
            <a:r>
              <a:rPr lang="en-US" b="1" dirty="0">
                <a:solidFill>
                  <a:srgbClr val="0070C0"/>
                </a:solidFill>
                <a:latin typeface="Courier New" panose="02070309020205020404" pitchFamily="49" charset="0"/>
                <a:cs typeface="Courier New" panose="02070309020205020404" pitchFamily="49" charset="0"/>
              </a:rPr>
              <a:t> = </a:t>
            </a:r>
            <a:r>
              <a:rPr lang="en-US" b="1" dirty="0" err="1">
                <a:solidFill>
                  <a:srgbClr val="0070C0"/>
                </a:solidFill>
                <a:latin typeface="Courier New" panose="02070309020205020404" pitchFamily="49" charset="0"/>
                <a:cs typeface="Courier New" panose="02070309020205020404" pitchFamily="49" charset="0"/>
              </a:rPr>
              <a:t>fuel_level</a:t>
            </a:r>
            <a:r>
              <a:rPr lang="en-US" b="1" dirty="0">
                <a:solidFill>
                  <a:srgbClr val="0070C0"/>
                </a:solidFill>
                <a:latin typeface="Courier New" panose="02070309020205020404" pitchFamily="49" charset="0"/>
                <a:cs typeface="Courier New" panose="02070309020205020404" pitchFamily="49" charset="0"/>
              </a:rPr>
              <a:t> </a:t>
            </a:r>
          </a:p>
          <a:p>
            <a:pPr marL="0" indent="0">
              <a:buNone/>
            </a:pPr>
            <a:r>
              <a:rPr lang="en-US" b="1" dirty="0">
                <a:solidFill>
                  <a:srgbClr val="0070C0"/>
                </a:solidFill>
                <a:latin typeface="Courier New" panose="02070309020205020404" pitchFamily="49" charset="0"/>
                <a:cs typeface="Courier New" panose="02070309020205020404" pitchFamily="49" charset="0"/>
              </a:rPr>
              <a:t>        </a:t>
            </a:r>
            <a:r>
              <a:rPr lang="en-US" b="1" dirty="0" err="1">
                <a:solidFill>
                  <a:srgbClr val="0070C0"/>
                </a:solidFill>
                <a:latin typeface="Courier New" panose="02070309020205020404" pitchFamily="49" charset="0"/>
                <a:cs typeface="Courier New" panose="02070309020205020404" pitchFamily="49" charset="0"/>
              </a:rPr>
              <a:t>self.mpg</a:t>
            </a:r>
            <a:r>
              <a:rPr lang="en-US" b="1" dirty="0">
                <a:solidFill>
                  <a:srgbClr val="0070C0"/>
                </a:solidFill>
                <a:latin typeface="Courier New" panose="02070309020205020404" pitchFamily="49" charset="0"/>
                <a:cs typeface="Courier New" panose="02070309020205020404" pitchFamily="49" charset="0"/>
              </a:rPr>
              <a:t> = mpg # miles per gallon</a:t>
            </a:r>
          </a:p>
          <a:p>
            <a:pPr marL="0" indent="0">
              <a:buNone/>
            </a:pPr>
            <a:r>
              <a:rPr lang="en-US" b="1" dirty="0">
                <a:solidFill>
                  <a:srgbClr val="0070C0"/>
                </a:solidFill>
                <a:latin typeface="Courier New" panose="02070309020205020404" pitchFamily="49" charset="0"/>
                <a:cs typeface="Courier New" panose="02070309020205020404" pitchFamily="49" charset="0"/>
              </a:rPr>
              <a:t>        </a:t>
            </a:r>
            <a:r>
              <a:rPr lang="en-US" b="1" dirty="0" err="1">
                <a:solidFill>
                  <a:srgbClr val="0070C0"/>
                </a:solidFill>
                <a:latin typeface="Courier New" panose="02070309020205020404" pitchFamily="49" charset="0"/>
                <a:cs typeface="Courier New" panose="02070309020205020404" pitchFamily="49" charset="0"/>
              </a:rPr>
              <a:t>self.pos</a:t>
            </a:r>
            <a:r>
              <a:rPr lang="en-US" b="1" dirty="0">
                <a:solidFill>
                  <a:srgbClr val="0070C0"/>
                </a:solidFill>
                <a:latin typeface="Courier New" panose="02070309020205020404" pitchFamily="49" charset="0"/>
                <a:cs typeface="Courier New" panose="02070309020205020404" pitchFamily="49" charset="0"/>
              </a:rPr>
              <a:t> = [0,0]</a:t>
            </a:r>
          </a:p>
          <a:p>
            <a:pPr marL="0" indent="0">
              <a:buNone/>
            </a:pPr>
            <a:r>
              <a:rPr lang="en-US" b="1" dirty="0">
                <a:solidFill>
                  <a:srgbClr val="0070C0"/>
                </a:solidFill>
                <a:latin typeface="Courier New" panose="02070309020205020404" pitchFamily="49" charset="0"/>
                <a:cs typeface="Courier New" panose="02070309020205020404" pitchFamily="49" charset="0"/>
              </a:rPr>
              <a:t>    def move(</a:t>
            </a:r>
            <a:r>
              <a:rPr lang="en-US" b="1" dirty="0" err="1">
                <a:solidFill>
                  <a:srgbClr val="0070C0"/>
                </a:solidFill>
                <a:latin typeface="Courier New" panose="02070309020205020404" pitchFamily="49" charset="0"/>
                <a:cs typeface="Courier New" panose="02070309020205020404" pitchFamily="49" charset="0"/>
              </a:rPr>
              <a:t>self,v,t</a:t>
            </a:r>
            <a:r>
              <a:rPr lang="en-US" b="1" dirty="0">
                <a:solidFill>
                  <a:srgbClr val="0070C0"/>
                </a:solidFill>
                <a:latin typeface="Courier New" panose="02070309020205020404" pitchFamily="49" charset="0"/>
                <a:cs typeface="Courier New" panose="02070309020205020404" pitchFamily="49" charset="0"/>
              </a:rPr>
              <a:t>):</a:t>
            </a:r>
          </a:p>
          <a:p>
            <a:pPr marL="0" indent="0">
              <a:buNone/>
            </a:pPr>
            <a:r>
              <a:rPr lang="en-US" b="1" dirty="0">
                <a:solidFill>
                  <a:srgbClr val="0070C0"/>
                </a:solidFill>
                <a:latin typeface="Courier New" panose="02070309020205020404" pitchFamily="49" charset="0"/>
                <a:cs typeface="Courier New" panose="02070309020205020404" pitchFamily="49" charset="0"/>
              </a:rPr>
              <a:t>        </a:t>
            </a:r>
            <a:r>
              <a:rPr lang="en-US" b="1" dirty="0" err="1">
                <a:solidFill>
                  <a:srgbClr val="0070C0"/>
                </a:solidFill>
                <a:latin typeface="Courier New" panose="02070309020205020404" pitchFamily="49" charset="0"/>
                <a:cs typeface="Courier New" panose="02070309020205020404" pitchFamily="49" charset="0"/>
              </a:rPr>
              <a:t>self.pos</a:t>
            </a:r>
            <a:r>
              <a:rPr lang="en-US" b="1" dirty="0">
                <a:solidFill>
                  <a:srgbClr val="0070C0"/>
                </a:solidFill>
                <a:latin typeface="Courier New" panose="02070309020205020404" pitchFamily="49" charset="0"/>
                <a:cs typeface="Courier New" panose="02070309020205020404" pitchFamily="49" charset="0"/>
              </a:rPr>
              <a:t>[0] += v[0]*t</a:t>
            </a:r>
          </a:p>
          <a:p>
            <a:pPr marL="0" indent="0">
              <a:buNone/>
            </a:pPr>
            <a:r>
              <a:rPr lang="en-US" b="1" dirty="0">
                <a:solidFill>
                  <a:srgbClr val="0070C0"/>
                </a:solidFill>
                <a:latin typeface="Courier New" panose="02070309020205020404" pitchFamily="49" charset="0"/>
                <a:cs typeface="Courier New" panose="02070309020205020404" pitchFamily="49" charset="0"/>
              </a:rPr>
              <a:t>        </a:t>
            </a:r>
            <a:r>
              <a:rPr lang="en-US" b="1" dirty="0" err="1">
                <a:solidFill>
                  <a:srgbClr val="0070C0"/>
                </a:solidFill>
                <a:latin typeface="Courier New" panose="02070309020205020404" pitchFamily="49" charset="0"/>
                <a:cs typeface="Courier New" panose="02070309020205020404" pitchFamily="49" charset="0"/>
              </a:rPr>
              <a:t>self.pos</a:t>
            </a:r>
            <a:r>
              <a:rPr lang="en-US" b="1" dirty="0">
                <a:solidFill>
                  <a:srgbClr val="0070C0"/>
                </a:solidFill>
                <a:latin typeface="Courier New" panose="02070309020205020404" pitchFamily="49" charset="0"/>
                <a:cs typeface="Courier New" panose="02070309020205020404" pitchFamily="49" charset="0"/>
              </a:rPr>
              <a:t>[1] += v[1]*t</a:t>
            </a:r>
          </a:p>
          <a:p>
            <a:pPr marL="0" indent="0">
              <a:buNone/>
            </a:pPr>
            <a:r>
              <a:rPr lang="en-US" b="1" dirty="0">
                <a:solidFill>
                  <a:srgbClr val="0070C0"/>
                </a:solidFill>
                <a:latin typeface="Courier New" panose="02070309020205020404" pitchFamily="49" charset="0"/>
                <a:cs typeface="Courier New" panose="02070309020205020404" pitchFamily="49" charset="0"/>
              </a:rPr>
              <a:t>    def </a:t>
            </a:r>
            <a:r>
              <a:rPr lang="en-US" b="1" dirty="0" err="1">
                <a:solidFill>
                  <a:srgbClr val="0070C0"/>
                </a:solidFill>
                <a:latin typeface="Courier New" panose="02070309020205020404" pitchFamily="49" charset="0"/>
                <a:cs typeface="Courier New" panose="02070309020205020404" pitchFamily="49" charset="0"/>
              </a:rPr>
              <a:t>calculate_range</a:t>
            </a:r>
            <a:r>
              <a:rPr lang="en-US" b="1" dirty="0">
                <a:solidFill>
                  <a:srgbClr val="0070C0"/>
                </a:solidFill>
                <a:latin typeface="Courier New" panose="02070309020205020404" pitchFamily="49" charset="0"/>
                <a:cs typeface="Courier New" panose="02070309020205020404" pitchFamily="49" charset="0"/>
              </a:rPr>
              <a:t>(self):</a:t>
            </a:r>
          </a:p>
          <a:p>
            <a:pPr marL="0" indent="0">
              <a:buNone/>
            </a:pPr>
            <a:r>
              <a:rPr lang="en-US" b="1" dirty="0">
                <a:solidFill>
                  <a:srgbClr val="0070C0"/>
                </a:solidFill>
                <a:latin typeface="Courier New" panose="02070309020205020404" pitchFamily="49" charset="0"/>
                <a:cs typeface="Courier New" panose="02070309020205020404" pitchFamily="49" charset="0"/>
              </a:rPr>
              <a:t>        </a:t>
            </a:r>
            <a:r>
              <a:rPr lang="en-US" b="1" dirty="0" err="1">
                <a:solidFill>
                  <a:srgbClr val="0070C0"/>
                </a:solidFill>
                <a:latin typeface="Courier New" panose="02070309020205020404" pitchFamily="49" charset="0"/>
                <a:cs typeface="Courier New" panose="02070309020205020404" pitchFamily="49" charset="0"/>
              </a:rPr>
              <a:t>range_miles</a:t>
            </a:r>
            <a:r>
              <a:rPr lang="en-US" b="1" dirty="0">
                <a:solidFill>
                  <a:srgbClr val="0070C0"/>
                </a:solidFill>
                <a:latin typeface="Courier New" panose="02070309020205020404" pitchFamily="49" charset="0"/>
                <a:cs typeface="Courier New" panose="02070309020205020404" pitchFamily="49" charset="0"/>
              </a:rPr>
              <a:t> = </a:t>
            </a:r>
            <a:r>
              <a:rPr lang="en-US" b="1" dirty="0" err="1">
                <a:solidFill>
                  <a:srgbClr val="0070C0"/>
                </a:solidFill>
                <a:latin typeface="Courier New" panose="02070309020205020404" pitchFamily="49" charset="0"/>
                <a:cs typeface="Courier New" panose="02070309020205020404" pitchFamily="49" charset="0"/>
              </a:rPr>
              <a:t>self.fuel_level</a:t>
            </a:r>
            <a:r>
              <a:rPr lang="en-US" b="1" dirty="0">
                <a:solidFill>
                  <a:srgbClr val="0070C0"/>
                </a:solidFill>
                <a:latin typeface="Courier New" panose="02070309020205020404" pitchFamily="49" charset="0"/>
                <a:cs typeface="Courier New" panose="02070309020205020404" pitchFamily="49" charset="0"/>
              </a:rPr>
              <a:t>*</a:t>
            </a:r>
            <a:r>
              <a:rPr lang="en-US" b="1" dirty="0" err="1">
                <a:solidFill>
                  <a:srgbClr val="0070C0"/>
                </a:solidFill>
                <a:latin typeface="Courier New" panose="02070309020205020404" pitchFamily="49" charset="0"/>
                <a:cs typeface="Courier New" panose="02070309020205020404" pitchFamily="49" charset="0"/>
              </a:rPr>
              <a:t>self.mpg</a:t>
            </a:r>
            <a:endParaRPr lang="en-US" b="1" dirty="0">
              <a:solidFill>
                <a:srgbClr val="0070C0"/>
              </a:solidFill>
              <a:latin typeface="Courier New" panose="02070309020205020404" pitchFamily="49" charset="0"/>
              <a:cs typeface="Courier New" panose="02070309020205020404" pitchFamily="49" charset="0"/>
            </a:endParaRPr>
          </a:p>
          <a:p>
            <a:pPr marL="0" indent="0">
              <a:buNone/>
            </a:pPr>
            <a:endParaRPr lang="en-US" b="1" dirty="0">
              <a:solidFill>
                <a:srgbClr val="0070C0"/>
              </a:solidFill>
              <a:latin typeface="Courier New" panose="02070309020205020404" pitchFamily="49" charset="0"/>
              <a:cs typeface="Courier New" panose="02070309020205020404" pitchFamily="49" charset="0"/>
            </a:endParaRPr>
          </a:p>
          <a:p>
            <a:pPr marL="0" indent="0">
              <a:buNone/>
            </a:pPr>
            <a:r>
              <a:rPr lang="en-US" b="1" dirty="0" err="1">
                <a:solidFill>
                  <a:srgbClr val="0070C0"/>
                </a:solidFill>
                <a:latin typeface="Courier New" panose="02070309020205020404" pitchFamily="49" charset="0"/>
                <a:cs typeface="Courier New" panose="02070309020205020404" pitchFamily="49" charset="0"/>
              </a:rPr>
              <a:t>my_car</a:t>
            </a:r>
            <a:r>
              <a:rPr lang="en-US" b="1" dirty="0">
                <a:solidFill>
                  <a:srgbClr val="0070C0"/>
                </a:solidFill>
                <a:latin typeface="Courier New" panose="02070309020205020404" pitchFamily="49" charset="0"/>
                <a:cs typeface="Courier New" panose="02070309020205020404" pitchFamily="49" charset="0"/>
              </a:rPr>
              <a:t> = Car(20,30) # Object Instantiation</a:t>
            </a:r>
          </a:p>
          <a:p>
            <a:pPr marL="0" indent="0">
              <a:buNone/>
            </a:pPr>
            <a:r>
              <a:rPr lang="en-US" b="1" dirty="0" err="1">
                <a:solidFill>
                  <a:srgbClr val="0070C0"/>
                </a:solidFill>
                <a:latin typeface="Courier New" panose="02070309020205020404" pitchFamily="49" charset="0"/>
                <a:cs typeface="Courier New" panose="02070309020205020404" pitchFamily="49" charset="0"/>
              </a:rPr>
              <a:t>my_car.move</a:t>
            </a:r>
            <a:r>
              <a:rPr lang="en-US" b="1" dirty="0">
                <a:solidFill>
                  <a:srgbClr val="0070C0"/>
                </a:solidFill>
                <a:latin typeface="Courier New" panose="02070309020205020404" pitchFamily="49" charset="0"/>
                <a:cs typeface="Courier New" panose="02070309020205020404" pitchFamily="49" charset="0"/>
              </a:rPr>
              <a:t>(110.5,30)</a:t>
            </a:r>
          </a:p>
        </p:txBody>
      </p:sp>
      <p:sp>
        <p:nvSpPr>
          <p:cNvPr id="4" name="Date Placeholder 3">
            <a:extLst>
              <a:ext uri="{FF2B5EF4-FFF2-40B4-BE49-F238E27FC236}">
                <a16:creationId xmlns:a16="http://schemas.microsoft.com/office/drawing/2014/main" id="{2C483436-21D2-9022-E512-84603A3928BE}"/>
              </a:ext>
            </a:extLst>
          </p:cNvPr>
          <p:cNvSpPr>
            <a:spLocks noGrp="1"/>
          </p:cNvSpPr>
          <p:nvPr>
            <p:ph type="dt" sz="half" idx="10"/>
          </p:nvPr>
        </p:nvSpPr>
        <p:spPr/>
        <p:txBody>
          <a:bodyPr/>
          <a:lstStyle/>
          <a:p>
            <a:fld id="{C125A8C8-41E1-3F49-8157-BA19C856F422}" type="datetime5">
              <a:rPr lang="en-US" smtClean="0"/>
              <a:t>22-Jul-26</a:t>
            </a:fld>
            <a:endParaRPr lang="en-TH"/>
          </a:p>
        </p:txBody>
      </p:sp>
      <p:sp>
        <p:nvSpPr>
          <p:cNvPr id="5" name="Slide Number Placeholder 4">
            <a:extLst>
              <a:ext uri="{FF2B5EF4-FFF2-40B4-BE49-F238E27FC236}">
                <a16:creationId xmlns:a16="http://schemas.microsoft.com/office/drawing/2014/main" id="{74A0A746-BBEE-47A0-C0E9-EE199E82B6E3}"/>
              </a:ext>
            </a:extLst>
          </p:cNvPr>
          <p:cNvSpPr>
            <a:spLocks noGrp="1"/>
          </p:cNvSpPr>
          <p:nvPr>
            <p:ph type="sldNum" sz="quarter" idx="12"/>
          </p:nvPr>
        </p:nvSpPr>
        <p:spPr/>
        <p:txBody>
          <a:bodyPr/>
          <a:lstStyle/>
          <a:p>
            <a:fld id="{21F7FF55-A4C8-434F-9C7E-35C05141D3A5}" type="slidenum">
              <a:rPr lang="en-TH" smtClean="0"/>
              <a:t>25</a:t>
            </a:fld>
            <a:endParaRPr lang="en-TH" dirty="0"/>
          </a:p>
        </p:txBody>
      </p:sp>
    </p:spTree>
    <p:extLst>
      <p:ext uri="{BB962C8B-B14F-4D97-AF65-F5344CB8AC3E}">
        <p14:creationId xmlns:p14="http://schemas.microsoft.com/office/powerpoint/2010/main" val="39216134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37404A"/>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B1E6ED2-684E-16C5-F2F9-3A02C73DB8D2}"/>
              </a:ext>
            </a:extLst>
          </p:cNvPr>
          <p:cNvSpPr>
            <a:spLocks noGrp="1"/>
          </p:cNvSpPr>
          <p:nvPr>
            <p:ph type="title"/>
          </p:nvPr>
        </p:nvSpPr>
        <p:spPr>
          <a:xfrm>
            <a:off x="838200" y="365125"/>
            <a:ext cx="2743200" cy="1325563"/>
          </a:xfrm>
        </p:spPr>
        <p:txBody>
          <a:bodyPr>
            <a:noAutofit/>
          </a:bodyPr>
          <a:lstStyle/>
          <a:p>
            <a:r>
              <a:rPr lang="en-TH" sz="2000" dirty="0">
                <a:solidFill>
                  <a:schemeClr val="bg2">
                    <a:lumMod val="90000"/>
                  </a:schemeClr>
                </a:solidFill>
              </a:rPr>
              <a:t>Business Logic Layer</a:t>
            </a:r>
            <a:br>
              <a:rPr lang="en-TH" sz="2000" dirty="0">
                <a:solidFill>
                  <a:schemeClr val="bg2">
                    <a:lumMod val="90000"/>
                  </a:schemeClr>
                </a:solidFill>
              </a:rPr>
            </a:br>
            <a:r>
              <a:rPr lang="en-TH" sz="2000" dirty="0">
                <a:solidFill>
                  <a:schemeClr val="bg2">
                    <a:lumMod val="90000"/>
                  </a:schemeClr>
                </a:solidFill>
              </a:rPr>
              <a:t>(The Service)</a:t>
            </a:r>
            <a:endParaRPr lang="en-TH" sz="2000" dirty="0">
              <a:solidFill>
                <a:schemeClr val="bg1"/>
              </a:solidFill>
            </a:endParaRPr>
          </a:p>
        </p:txBody>
      </p:sp>
      <p:sp>
        <p:nvSpPr>
          <p:cNvPr id="4" name="Date Placeholder 3">
            <a:extLst>
              <a:ext uri="{FF2B5EF4-FFF2-40B4-BE49-F238E27FC236}">
                <a16:creationId xmlns:a16="http://schemas.microsoft.com/office/drawing/2014/main" id="{95F8A9EF-BF1D-CA98-D5E4-743E74B5DFCB}"/>
              </a:ext>
            </a:extLst>
          </p:cNvPr>
          <p:cNvSpPr>
            <a:spLocks noGrp="1"/>
          </p:cNvSpPr>
          <p:nvPr>
            <p:ph type="dt" sz="half" idx="10"/>
          </p:nvPr>
        </p:nvSpPr>
        <p:spPr/>
        <p:txBody>
          <a:bodyPr/>
          <a:lstStyle/>
          <a:p>
            <a:fld id="{C125A8C8-41E1-3F49-8157-BA19C856F422}" type="datetime5">
              <a:rPr lang="en-US" smtClean="0"/>
              <a:t>22-Jul-26</a:t>
            </a:fld>
            <a:endParaRPr lang="en-TH"/>
          </a:p>
        </p:txBody>
      </p:sp>
      <p:sp>
        <p:nvSpPr>
          <p:cNvPr id="5" name="Slide Number Placeholder 4">
            <a:extLst>
              <a:ext uri="{FF2B5EF4-FFF2-40B4-BE49-F238E27FC236}">
                <a16:creationId xmlns:a16="http://schemas.microsoft.com/office/drawing/2014/main" id="{C9DFD8D5-8348-BB02-D930-FEF090333860}"/>
              </a:ext>
            </a:extLst>
          </p:cNvPr>
          <p:cNvSpPr>
            <a:spLocks noGrp="1"/>
          </p:cNvSpPr>
          <p:nvPr>
            <p:ph type="sldNum" sz="quarter" idx="12"/>
          </p:nvPr>
        </p:nvSpPr>
        <p:spPr/>
        <p:txBody>
          <a:bodyPr/>
          <a:lstStyle/>
          <a:p>
            <a:fld id="{21F7FF55-A4C8-434F-9C7E-35C05141D3A5}" type="slidenum">
              <a:rPr lang="en-TH" smtClean="0"/>
              <a:t>26</a:t>
            </a:fld>
            <a:endParaRPr lang="en-TH"/>
          </a:p>
        </p:txBody>
      </p:sp>
      <p:pic>
        <p:nvPicPr>
          <p:cNvPr id="11" name="Picture 10">
            <a:extLst>
              <a:ext uri="{FF2B5EF4-FFF2-40B4-BE49-F238E27FC236}">
                <a16:creationId xmlns:a16="http://schemas.microsoft.com/office/drawing/2014/main" id="{CA8016FD-36FE-09B7-ED7F-39EAC3B8FAFD}"/>
              </a:ext>
            </a:extLst>
          </p:cNvPr>
          <p:cNvPicPr>
            <a:picLocks noChangeAspect="1"/>
          </p:cNvPicPr>
          <p:nvPr/>
        </p:nvPicPr>
        <p:blipFill>
          <a:blip r:embed="rId2"/>
          <a:srcRect b="34638"/>
          <a:stretch>
            <a:fillRect/>
          </a:stretch>
        </p:blipFill>
        <p:spPr>
          <a:xfrm>
            <a:off x="898160" y="5319265"/>
            <a:ext cx="10295491" cy="676797"/>
          </a:xfrm>
          <a:prstGeom prst="rect">
            <a:avLst/>
          </a:prstGeom>
        </p:spPr>
      </p:pic>
      <p:sp>
        <p:nvSpPr>
          <p:cNvPr id="12" name="TextBox 11">
            <a:extLst>
              <a:ext uri="{FF2B5EF4-FFF2-40B4-BE49-F238E27FC236}">
                <a16:creationId xmlns:a16="http://schemas.microsoft.com/office/drawing/2014/main" id="{33022E00-B62C-0A97-FAAB-EC3ABFE436D2}"/>
              </a:ext>
            </a:extLst>
          </p:cNvPr>
          <p:cNvSpPr txBox="1"/>
          <p:nvPr/>
        </p:nvSpPr>
        <p:spPr>
          <a:xfrm>
            <a:off x="838200" y="4892516"/>
            <a:ext cx="2579558" cy="369332"/>
          </a:xfrm>
          <a:prstGeom prst="rect">
            <a:avLst/>
          </a:prstGeom>
          <a:noFill/>
        </p:spPr>
        <p:txBody>
          <a:bodyPr wrap="square" rtlCol="0">
            <a:spAutoFit/>
          </a:bodyPr>
          <a:lstStyle/>
          <a:p>
            <a:r>
              <a:rPr lang="en-TH" dirty="0">
                <a:solidFill>
                  <a:schemeClr val="bg2">
                    <a:lumMod val="90000"/>
                  </a:schemeClr>
                </a:solidFill>
              </a:rPr>
              <a:t># Usage</a:t>
            </a:r>
          </a:p>
        </p:txBody>
      </p:sp>
      <p:pic>
        <p:nvPicPr>
          <p:cNvPr id="13" name="Picture 12">
            <a:extLst>
              <a:ext uri="{FF2B5EF4-FFF2-40B4-BE49-F238E27FC236}">
                <a16:creationId xmlns:a16="http://schemas.microsoft.com/office/drawing/2014/main" id="{83A7CF22-5F75-8B15-5BE4-D2C2726CFDC0}"/>
              </a:ext>
            </a:extLst>
          </p:cNvPr>
          <p:cNvPicPr>
            <a:picLocks noChangeAspect="1"/>
          </p:cNvPicPr>
          <p:nvPr/>
        </p:nvPicPr>
        <p:blipFill>
          <a:blip r:embed="rId3"/>
          <a:srcRect l="2979" t="511" b="33014"/>
          <a:stretch>
            <a:fillRect/>
          </a:stretch>
        </p:blipFill>
        <p:spPr>
          <a:xfrm>
            <a:off x="3417758" y="86041"/>
            <a:ext cx="8341557" cy="3886352"/>
          </a:xfrm>
          <a:prstGeom prst="rect">
            <a:avLst/>
          </a:prstGeom>
        </p:spPr>
      </p:pic>
      <p:pic>
        <p:nvPicPr>
          <p:cNvPr id="14" name="Graphic 13" descr="Question Mark with solid fill">
            <a:extLst>
              <a:ext uri="{FF2B5EF4-FFF2-40B4-BE49-F238E27FC236}">
                <a16:creationId xmlns:a16="http://schemas.microsoft.com/office/drawing/2014/main" id="{A591378F-2930-5DF1-008C-7FEB5AA615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6011" y="4977261"/>
            <a:ext cx="613347" cy="613347"/>
          </a:xfrm>
          <a:prstGeom prst="rect">
            <a:avLst/>
          </a:prstGeom>
        </p:spPr>
      </p:pic>
    </p:spTree>
    <p:extLst>
      <p:ext uri="{BB962C8B-B14F-4D97-AF65-F5344CB8AC3E}">
        <p14:creationId xmlns:p14="http://schemas.microsoft.com/office/powerpoint/2010/main" val="3786846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37404A"/>
        </a:solidFill>
        <a:effectLst/>
      </p:bgPr>
    </p:bg>
    <p:spTree>
      <p:nvGrpSpPr>
        <p:cNvPr id="1" name="">
          <a:extLst>
            <a:ext uri="{FF2B5EF4-FFF2-40B4-BE49-F238E27FC236}">
              <a16:creationId xmlns:a16="http://schemas.microsoft.com/office/drawing/2014/main" id="{D18E7DF3-90FC-57C9-2176-958B780F2B2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E8474DB-31E3-E27C-A71A-AD0EEAEB78D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125A8C8-41E1-3F49-8157-BA19C856F422}" type="datetime5">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22-Jul-26</a:t>
            </a:fld>
            <a:endParaRPr kumimoji="0" lang="en-TH"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5" name="Slide Number Placeholder 4">
            <a:extLst>
              <a:ext uri="{FF2B5EF4-FFF2-40B4-BE49-F238E27FC236}">
                <a16:creationId xmlns:a16="http://schemas.microsoft.com/office/drawing/2014/main" id="{DB33F49A-FDEA-94CD-D026-A392179D64D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F7FF55-A4C8-434F-9C7E-35C05141D3A5}" type="slidenum">
              <a:rPr kumimoji="0" lang="en-TH"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TH"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pic>
        <p:nvPicPr>
          <p:cNvPr id="8" name="Picture 7">
            <a:extLst>
              <a:ext uri="{FF2B5EF4-FFF2-40B4-BE49-F238E27FC236}">
                <a16:creationId xmlns:a16="http://schemas.microsoft.com/office/drawing/2014/main" id="{747F834C-A8CF-7D57-AFC2-EA03F046BC94}"/>
              </a:ext>
            </a:extLst>
          </p:cNvPr>
          <p:cNvPicPr>
            <a:picLocks noChangeAspect="1"/>
          </p:cNvPicPr>
          <p:nvPr/>
        </p:nvPicPr>
        <p:blipFill>
          <a:blip r:embed="rId2"/>
          <a:srcRect l="2979" t="511" b="-327"/>
          <a:stretch>
            <a:fillRect/>
          </a:stretch>
        </p:blipFill>
        <p:spPr>
          <a:xfrm>
            <a:off x="3417758" y="86041"/>
            <a:ext cx="8341557" cy="5835596"/>
          </a:xfrm>
          <a:prstGeom prst="rect">
            <a:avLst/>
          </a:prstGeom>
        </p:spPr>
      </p:pic>
      <p:sp>
        <p:nvSpPr>
          <p:cNvPr id="12" name="TextBox 11">
            <a:extLst>
              <a:ext uri="{FF2B5EF4-FFF2-40B4-BE49-F238E27FC236}">
                <a16:creationId xmlns:a16="http://schemas.microsoft.com/office/drawing/2014/main" id="{9E599723-F3E4-4502-6F7D-921DD3176059}"/>
              </a:ext>
            </a:extLst>
          </p:cNvPr>
          <p:cNvSpPr txBox="1"/>
          <p:nvPr/>
        </p:nvSpPr>
        <p:spPr>
          <a:xfrm>
            <a:off x="838200" y="5806910"/>
            <a:ext cx="257955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TH" sz="1800" b="0" i="0" u="none" strike="noStrike" kern="1200" cap="none" spc="0" normalizeH="0" baseline="0" noProof="0" dirty="0">
                <a:ln>
                  <a:noFill/>
                </a:ln>
                <a:solidFill>
                  <a:srgbClr val="E8E8E8">
                    <a:lumMod val="90000"/>
                  </a:srgbClr>
                </a:solidFill>
                <a:effectLst/>
                <a:uLnTx/>
                <a:uFillTx/>
                <a:latin typeface="Aptos" panose="02110004020202020204"/>
                <a:ea typeface="+mn-ea"/>
                <a:cs typeface="+mn-cs"/>
              </a:rPr>
              <a:t># Usage</a:t>
            </a:r>
          </a:p>
        </p:txBody>
      </p:sp>
      <p:pic>
        <p:nvPicPr>
          <p:cNvPr id="3" name="Picture 2">
            <a:extLst>
              <a:ext uri="{FF2B5EF4-FFF2-40B4-BE49-F238E27FC236}">
                <a16:creationId xmlns:a16="http://schemas.microsoft.com/office/drawing/2014/main" id="{5B5D4B25-88F6-0999-E07E-B74D5DDAA6A1}"/>
              </a:ext>
            </a:extLst>
          </p:cNvPr>
          <p:cNvPicPr>
            <a:picLocks noChangeAspect="1"/>
          </p:cNvPicPr>
          <p:nvPr/>
        </p:nvPicPr>
        <p:blipFill>
          <a:blip r:embed="rId3"/>
          <a:stretch>
            <a:fillRect/>
          </a:stretch>
        </p:blipFill>
        <p:spPr>
          <a:xfrm>
            <a:off x="838200" y="6159734"/>
            <a:ext cx="10147745" cy="526396"/>
          </a:xfrm>
          <a:prstGeom prst="rect">
            <a:avLst/>
          </a:prstGeom>
        </p:spPr>
      </p:pic>
      <p:pic>
        <p:nvPicPr>
          <p:cNvPr id="10" name="Graphic 9" descr="Question Mark with solid fill">
            <a:extLst>
              <a:ext uri="{FF2B5EF4-FFF2-40B4-BE49-F238E27FC236}">
                <a16:creationId xmlns:a16="http://schemas.microsoft.com/office/drawing/2014/main" id="{6C2D296A-3475-71D1-AF34-1FF6344296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6011" y="5921637"/>
            <a:ext cx="613347" cy="613347"/>
          </a:xfrm>
          <a:prstGeom prst="rect">
            <a:avLst/>
          </a:prstGeom>
        </p:spPr>
      </p:pic>
      <p:sp>
        <p:nvSpPr>
          <p:cNvPr id="15" name="Title 5">
            <a:extLst>
              <a:ext uri="{FF2B5EF4-FFF2-40B4-BE49-F238E27FC236}">
                <a16:creationId xmlns:a16="http://schemas.microsoft.com/office/drawing/2014/main" id="{35D51FD1-2503-39BA-9E38-D45909DE5930}"/>
              </a:ext>
            </a:extLst>
          </p:cNvPr>
          <p:cNvSpPr>
            <a:spLocks noGrp="1"/>
          </p:cNvSpPr>
          <p:nvPr>
            <p:ph type="title"/>
          </p:nvPr>
        </p:nvSpPr>
        <p:spPr>
          <a:xfrm>
            <a:off x="838200" y="365125"/>
            <a:ext cx="2743200" cy="1325563"/>
          </a:xfrm>
        </p:spPr>
        <p:txBody>
          <a:bodyPr>
            <a:noAutofit/>
          </a:bodyPr>
          <a:lstStyle/>
          <a:p>
            <a:r>
              <a:rPr lang="en-TH" sz="2000" dirty="0">
                <a:solidFill>
                  <a:schemeClr val="bg2">
                    <a:lumMod val="90000"/>
                  </a:schemeClr>
                </a:solidFill>
              </a:rPr>
              <a:t>Business Logic Layer</a:t>
            </a:r>
            <a:br>
              <a:rPr lang="en-TH" sz="2000" dirty="0">
                <a:solidFill>
                  <a:schemeClr val="bg2">
                    <a:lumMod val="90000"/>
                  </a:schemeClr>
                </a:solidFill>
              </a:rPr>
            </a:br>
            <a:r>
              <a:rPr lang="en-TH" sz="2000" dirty="0">
                <a:solidFill>
                  <a:schemeClr val="bg2">
                    <a:lumMod val="90000"/>
                  </a:schemeClr>
                </a:solidFill>
              </a:rPr>
              <a:t>(The Service)</a:t>
            </a:r>
            <a:endParaRPr lang="en-TH" sz="2000" dirty="0">
              <a:solidFill>
                <a:schemeClr val="bg1"/>
              </a:solidFill>
            </a:endParaRPr>
          </a:p>
        </p:txBody>
      </p:sp>
    </p:spTree>
    <p:extLst>
      <p:ext uri="{BB962C8B-B14F-4D97-AF65-F5344CB8AC3E}">
        <p14:creationId xmlns:p14="http://schemas.microsoft.com/office/powerpoint/2010/main" val="39347956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8A77B-7E5A-0E05-DFDF-73B4BDB811BB}"/>
              </a:ext>
            </a:extLst>
          </p:cNvPr>
          <p:cNvSpPr>
            <a:spLocks noGrp="1"/>
          </p:cNvSpPr>
          <p:nvPr>
            <p:ph type="title"/>
          </p:nvPr>
        </p:nvSpPr>
        <p:spPr/>
        <p:txBody>
          <a:bodyPr/>
          <a:lstStyle/>
          <a:p>
            <a:r>
              <a:rPr lang="en-TH" dirty="0">
                <a:solidFill>
                  <a:srgbClr val="00B050"/>
                </a:solidFill>
              </a:rPr>
              <a:t>AI-Assisted</a:t>
            </a:r>
            <a:r>
              <a:rPr lang="en-TH" dirty="0">
                <a:solidFill>
                  <a:srgbClr val="C00000"/>
                </a:solidFill>
              </a:rPr>
              <a:t> </a:t>
            </a:r>
            <a:r>
              <a:rPr lang="en-TH" dirty="0"/>
              <a:t>Developer Feedback Loop</a:t>
            </a:r>
          </a:p>
        </p:txBody>
      </p:sp>
      <p:sp>
        <p:nvSpPr>
          <p:cNvPr id="7" name="Content Placeholder 6">
            <a:extLst>
              <a:ext uri="{FF2B5EF4-FFF2-40B4-BE49-F238E27FC236}">
                <a16:creationId xmlns:a16="http://schemas.microsoft.com/office/drawing/2014/main" id="{F3610CDD-8B6D-ACC3-A18C-D14FC6354D25}"/>
              </a:ext>
            </a:extLst>
          </p:cNvPr>
          <p:cNvSpPr>
            <a:spLocks noGrp="1"/>
          </p:cNvSpPr>
          <p:nvPr>
            <p:ph sz="half" idx="1"/>
          </p:nvPr>
        </p:nvSpPr>
        <p:spPr>
          <a:xfrm>
            <a:off x="838200" y="1600775"/>
            <a:ext cx="5334000" cy="4351338"/>
          </a:xfrm>
        </p:spPr>
        <p:txBody>
          <a:bodyPr>
            <a:normAutofit/>
          </a:bodyPr>
          <a:lstStyle/>
          <a:p>
            <a:pPr marL="514350" indent="-514350">
              <a:buFont typeface="+mj-lt"/>
              <a:buAutoNum type="arabicPeriod"/>
            </a:pPr>
            <a:r>
              <a:rPr lang="en-TH" sz="2400" b="1" dirty="0"/>
              <a:t>The Blueprint (TDD Generation)</a:t>
            </a:r>
            <a:endParaRPr lang="en-TH" sz="2400" dirty="0"/>
          </a:p>
          <a:p>
            <a:pPr lvl="1"/>
            <a:r>
              <a:rPr lang="en-TH" sz="2000" dirty="0">
                <a:solidFill>
                  <a:srgbClr val="00B050"/>
                </a:solidFill>
              </a:rPr>
              <a:t>AI</a:t>
            </a:r>
            <a:r>
              <a:rPr lang="en-TH" sz="2000" dirty="0"/>
              <a:t> analyzes code to build a </a:t>
            </a:r>
            <a:r>
              <a:rPr lang="en-TH" sz="2000" b="1" dirty="0"/>
              <a:t>Technical Design Document (TDD)</a:t>
            </a:r>
            <a:r>
              <a:rPr lang="en-TH" sz="2000" dirty="0"/>
              <a:t>.</a:t>
            </a:r>
          </a:p>
          <a:p>
            <a:pPr lvl="1"/>
            <a:r>
              <a:rPr lang="en-TH" sz="2000" dirty="0"/>
              <a:t>Includes </a:t>
            </a:r>
            <a:r>
              <a:rPr lang="en-TH" sz="2000" b="1" dirty="0"/>
              <a:t>Sequence Diagrams</a:t>
            </a:r>
            <a:r>
              <a:rPr lang="en-TH" sz="2000" dirty="0"/>
              <a:t> (workflow) and </a:t>
            </a:r>
            <a:r>
              <a:rPr lang="en-TH" sz="2000" b="1" dirty="0"/>
              <a:t>Method Specsification</a:t>
            </a:r>
            <a:r>
              <a:rPr lang="en-TH" sz="2000" dirty="0"/>
              <a:t> (input-process-output).</a:t>
            </a:r>
          </a:p>
          <a:p>
            <a:pPr marL="514350" indent="-514350">
              <a:buFont typeface="+mj-lt"/>
              <a:buAutoNum type="arabicPeriod"/>
            </a:pPr>
            <a:r>
              <a:rPr lang="en-TH" sz="2400" b="1" dirty="0"/>
              <a:t>The Reality Check (Alignment)</a:t>
            </a:r>
            <a:endParaRPr lang="en-TH" sz="2400" dirty="0"/>
          </a:p>
          <a:p>
            <a:pPr lvl="1"/>
            <a:r>
              <a:rPr lang="en-TH" sz="2000" dirty="0">
                <a:solidFill>
                  <a:srgbClr val="C00000"/>
                </a:solidFill>
              </a:rPr>
              <a:t>Developer</a:t>
            </a:r>
            <a:r>
              <a:rPr lang="en-TH" sz="2000" dirty="0"/>
              <a:t> reviews and updates the TDD to match the code.</a:t>
            </a:r>
          </a:p>
          <a:p>
            <a:pPr lvl="1"/>
            <a:r>
              <a:rPr lang="en-TH" sz="2000" dirty="0"/>
              <a:t>Ensures the high-level design stays aligned with the actual </a:t>
            </a:r>
            <a:r>
              <a:rPr lang="en-TH" sz="2000" b="1" dirty="0"/>
              <a:t>Source of Truth</a:t>
            </a:r>
            <a:r>
              <a:rPr lang="en-TH" sz="2000" dirty="0"/>
              <a:t> (the codebase).</a:t>
            </a:r>
          </a:p>
        </p:txBody>
      </p:sp>
      <p:sp>
        <p:nvSpPr>
          <p:cNvPr id="8" name="Content Placeholder 7">
            <a:extLst>
              <a:ext uri="{FF2B5EF4-FFF2-40B4-BE49-F238E27FC236}">
                <a16:creationId xmlns:a16="http://schemas.microsoft.com/office/drawing/2014/main" id="{1E249994-5655-C4B9-5158-795E4B36C706}"/>
              </a:ext>
            </a:extLst>
          </p:cNvPr>
          <p:cNvSpPr>
            <a:spLocks noGrp="1"/>
          </p:cNvSpPr>
          <p:nvPr>
            <p:ph sz="half" idx="2"/>
          </p:nvPr>
        </p:nvSpPr>
        <p:spPr>
          <a:xfrm>
            <a:off x="6172200" y="1600775"/>
            <a:ext cx="5181600" cy="4351338"/>
          </a:xfrm>
        </p:spPr>
        <p:txBody>
          <a:bodyPr>
            <a:normAutofit/>
          </a:bodyPr>
          <a:lstStyle/>
          <a:p>
            <a:pPr marL="514350" indent="-514350">
              <a:buFont typeface="+mj-lt"/>
              <a:buAutoNum type="arabicPeriod" startAt="3"/>
            </a:pPr>
            <a:r>
              <a:rPr lang="en-TH" sz="2400" b="1" dirty="0"/>
              <a:t>Code Review</a:t>
            </a:r>
            <a:endParaRPr lang="en-TH" sz="2400" dirty="0"/>
          </a:p>
          <a:p>
            <a:pPr lvl="1"/>
            <a:r>
              <a:rPr lang="en-TH" sz="2000" dirty="0">
                <a:solidFill>
                  <a:srgbClr val="00B050"/>
                </a:solidFill>
              </a:rPr>
              <a:t>AI </a:t>
            </a:r>
            <a:r>
              <a:rPr lang="en-TH" sz="2000" dirty="0"/>
              <a:t>inspects the code to generate a </a:t>
            </a:r>
            <a:r>
              <a:rPr lang="en-TH" sz="2000" b="1" dirty="0"/>
              <a:t>Code Review Report</a:t>
            </a:r>
            <a:r>
              <a:rPr lang="en-TH" sz="2000" dirty="0"/>
              <a:t>.</a:t>
            </a:r>
          </a:p>
          <a:p>
            <a:pPr lvl="1"/>
            <a:r>
              <a:rPr lang="en-TH" sz="2000" dirty="0"/>
              <a:t>Flags </a:t>
            </a:r>
            <a:r>
              <a:rPr lang="en-TH" sz="2000" b="1" dirty="0"/>
              <a:t>Code Smells</a:t>
            </a:r>
            <a:r>
              <a:rPr lang="en-TH" sz="2000" dirty="0"/>
              <a:t> (poorly written code) and </a:t>
            </a:r>
            <a:r>
              <a:rPr lang="en-TH" sz="2000" b="1" dirty="0"/>
              <a:t>Technical Debt</a:t>
            </a:r>
            <a:r>
              <a:rPr lang="en-TH" sz="2000" dirty="0"/>
              <a:t> (messy fixes that cause future issues).</a:t>
            </a:r>
          </a:p>
          <a:p>
            <a:pPr marL="514350" indent="-514350">
              <a:buFont typeface="+mj-lt"/>
              <a:buAutoNum type="arabicPeriod" startAt="3"/>
            </a:pPr>
            <a:r>
              <a:rPr lang="en-TH" sz="2400" b="1" dirty="0"/>
              <a:t>The Auto-Repair (Refactoring)</a:t>
            </a:r>
            <a:endParaRPr lang="en-TH" sz="2400" dirty="0"/>
          </a:p>
          <a:p>
            <a:pPr lvl="1"/>
            <a:r>
              <a:rPr lang="en-TH" sz="2000" dirty="0">
                <a:solidFill>
                  <a:srgbClr val="00B050"/>
                </a:solidFill>
              </a:rPr>
              <a:t>AI </a:t>
            </a:r>
            <a:r>
              <a:rPr lang="en-TH" sz="2000" dirty="0"/>
              <a:t>uses the core review report to clean and optimize the codebase.</a:t>
            </a:r>
          </a:p>
          <a:p>
            <a:pPr lvl="1"/>
            <a:r>
              <a:rPr lang="en-TH" sz="2000" dirty="0"/>
              <a:t>Performs </a:t>
            </a:r>
            <a:r>
              <a:rPr lang="en-TH" sz="2000" b="1" dirty="0"/>
              <a:t>Refactoring</a:t>
            </a:r>
            <a:r>
              <a:rPr lang="en-TH" sz="2000" dirty="0"/>
              <a:t>—improving internal code structure without changing how the software behaves.</a:t>
            </a:r>
          </a:p>
        </p:txBody>
      </p:sp>
      <p:sp>
        <p:nvSpPr>
          <p:cNvPr id="4" name="Date Placeholder 3">
            <a:extLst>
              <a:ext uri="{FF2B5EF4-FFF2-40B4-BE49-F238E27FC236}">
                <a16:creationId xmlns:a16="http://schemas.microsoft.com/office/drawing/2014/main" id="{93A0F540-EE46-60B7-7A33-5EE188F993F4}"/>
              </a:ext>
            </a:extLst>
          </p:cNvPr>
          <p:cNvSpPr>
            <a:spLocks noGrp="1"/>
          </p:cNvSpPr>
          <p:nvPr>
            <p:ph type="dt" sz="half" idx="10"/>
          </p:nvPr>
        </p:nvSpPr>
        <p:spPr/>
        <p:txBody>
          <a:bodyPr/>
          <a:lstStyle/>
          <a:p>
            <a:fld id="{801942C5-6C03-E540-B137-26EA799F3E37}" type="datetime5">
              <a:rPr lang="en-US" smtClean="0"/>
              <a:t>22-Jul-26</a:t>
            </a:fld>
            <a:endParaRPr lang="en-TH"/>
          </a:p>
        </p:txBody>
      </p:sp>
      <p:sp>
        <p:nvSpPr>
          <p:cNvPr id="6" name="Slide Number Placeholder 5">
            <a:extLst>
              <a:ext uri="{FF2B5EF4-FFF2-40B4-BE49-F238E27FC236}">
                <a16:creationId xmlns:a16="http://schemas.microsoft.com/office/drawing/2014/main" id="{20F22170-9AE8-43AE-9CAE-2B5FFDB83497}"/>
              </a:ext>
            </a:extLst>
          </p:cNvPr>
          <p:cNvSpPr>
            <a:spLocks noGrp="1"/>
          </p:cNvSpPr>
          <p:nvPr>
            <p:ph type="sldNum" sz="quarter" idx="12"/>
          </p:nvPr>
        </p:nvSpPr>
        <p:spPr/>
        <p:txBody>
          <a:bodyPr/>
          <a:lstStyle/>
          <a:p>
            <a:fld id="{21F7FF55-A4C8-434F-9C7E-35C05141D3A5}" type="slidenum">
              <a:rPr lang="en-TH" smtClean="0"/>
              <a:t>28</a:t>
            </a:fld>
            <a:endParaRPr lang="en-TH"/>
          </a:p>
        </p:txBody>
      </p:sp>
      <p:pic>
        <p:nvPicPr>
          <p:cNvPr id="10" name="Graphic 9" descr="Arrow circle with solid fill">
            <a:extLst>
              <a:ext uri="{FF2B5EF4-FFF2-40B4-BE49-F238E27FC236}">
                <a16:creationId xmlns:a16="http://schemas.microsoft.com/office/drawing/2014/main" id="{AEF34468-91E0-A253-CFFB-67D239A4ED2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982200" y="365125"/>
            <a:ext cx="1730115" cy="1730115"/>
          </a:xfrm>
          <a:prstGeom prst="rect">
            <a:avLst/>
          </a:prstGeom>
        </p:spPr>
      </p:pic>
      <p:sp>
        <p:nvSpPr>
          <p:cNvPr id="3" name="TextBox 2">
            <a:extLst>
              <a:ext uri="{FF2B5EF4-FFF2-40B4-BE49-F238E27FC236}">
                <a16:creationId xmlns:a16="http://schemas.microsoft.com/office/drawing/2014/main" id="{06A1EE0D-772F-8AC2-4319-84FCD5451DD5}"/>
              </a:ext>
            </a:extLst>
          </p:cNvPr>
          <p:cNvSpPr txBox="1"/>
          <p:nvPr/>
        </p:nvSpPr>
        <p:spPr>
          <a:xfrm>
            <a:off x="2086273" y="5633430"/>
            <a:ext cx="8359324" cy="1021556"/>
          </a:xfrm>
          <a:prstGeom prst="roundRect">
            <a:avLst/>
          </a:prstGeom>
          <a:solidFill>
            <a:srgbClr val="FCD673"/>
          </a:solidFill>
        </p:spPr>
        <p:txBody>
          <a:bodyPr wrap="none" rtlCol="0">
            <a:spAutoFit/>
          </a:bodyPr>
          <a:lstStyle/>
          <a:p>
            <a:r>
              <a:rPr lang="en-TH" b="1" dirty="0"/>
              <a:t>Action required: </a:t>
            </a:r>
          </a:p>
          <a:p>
            <a:pPr marL="342900" indent="-342900">
              <a:buAutoNum type="arabicPeriod"/>
            </a:pPr>
            <a:r>
              <a:rPr lang="en-TH" dirty="0"/>
              <a:t>Try prompt02-TDD.md &gt; Review Sequence Diagrams and Method Specification</a:t>
            </a:r>
          </a:p>
          <a:p>
            <a:pPr marL="342900" indent="-342900">
              <a:buFontTx/>
              <a:buAutoNum type="arabicPeriod"/>
            </a:pPr>
            <a:r>
              <a:rPr lang="en-TH" dirty="0"/>
              <a:t>Try prompt03-code-review.md &gt; Review Issues</a:t>
            </a:r>
          </a:p>
        </p:txBody>
      </p:sp>
    </p:spTree>
    <p:extLst>
      <p:ext uri="{BB962C8B-B14F-4D97-AF65-F5344CB8AC3E}">
        <p14:creationId xmlns:p14="http://schemas.microsoft.com/office/powerpoint/2010/main" val="2624538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83464-30F1-9977-A8D0-51966AF7DAF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50AE0EF-2558-6AC4-215C-B7CC40127163}"/>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sz="4400" dirty="0"/>
              <a:t>Basic GitHub</a:t>
            </a:r>
          </a:p>
        </p:txBody>
      </p:sp>
      <p:sp>
        <p:nvSpPr>
          <p:cNvPr id="5" name="Text Placeholder 4">
            <a:extLst>
              <a:ext uri="{FF2B5EF4-FFF2-40B4-BE49-F238E27FC236}">
                <a16:creationId xmlns:a16="http://schemas.microsoft.com/office/drawing/2014/main" id="{5B5C41D5-70E0-B6AF-FD34-5EAF4B0437DE}"/>
              </a:ext>
            </a:extLst>
          </p:cNvPr>
          <p:cNvSpPr>
            <a:spLocks noGrp="1"/>
          </p:cNvSpPr>
          <p:nvPr>
            <p:ph type="body" idx="1"/>
          </p:nvPr>
        </p:nvSpPr>
        <p:spPr>
          <a:xfrm>
            <a:off x="643467" y="5277684"/>
            <a:ext cx="4620584" cy="775494"/>
          </a:xfrm>
        </p:spPr>
        <p:txBody>
          <a:bodyPr vert="horz" lIns="91440" tIns="45720" rIns="91440" bIns="45720" rtlCol="0">
            <a:normAutofit/>
          </a:bodyPr>
          <a:lstStyle/>
          <a:p>
            <a:pPr algn="thaiDist"/>
            <a:r>
              <a:rPr lang="en-US" sz="1500" b="1" dirty="0">
                <a:solidFill>
                  <a:schemeClr val="tx1"/>
                </a:solidFill>
              </a:rPr>
              <a:t>CLO4</a:t>
            </a:r>
            <a:r>
              <a:rPr lang="en-US" sz="1500" dirty="0">
                <a:solidFill>
                  <a:schemeClr val="tx1"/>
                </a:solidFill>
              </a:rPr>
              <a:t> Version and manage your application code and documentation using the basic features of GitHub.</a:t>
            </a:r>
          </a:p>
        </p:txBody>
      </p:sp>
      <p:pic>
        <p:nvPicPr>
          <p:cNvPr id="7" name="Picture 6" descr="Piles of paper">
            <a:extLst>
              <a:ext uri="{FF2B5EF4-FFF2-40B4-BE49-F238E27FC236}">
                <a16:creationId xmlns:a16="http://schemas.microsoft.com/office/drawing/2014/main" id="{8665F3BE-FD20-6C8A-777D-CC2BE21546D0}"/>
              </a:ext>
            </a:extLst>
          </p:cNvPr>
          <p:cNvPicPr>
            <a:picLocks noChangeAspect="1"/>
          </p:cNvPicPr>
          <p:nvPr/>
        </p:nvPicPr>
        <p:blipFill>
          <a:blip r:embed="rId2"/>
          <a:srcRect l="30513" r="11449"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2" name="Date Placeholder 1">
            <a:extLst>
              <a:ext uri="{FF2B5EF4-FFF2-40B4-BE49-F238E27FC236}">
                <a16:creationId xmlns:a16="http://schemas.microsoft.com/office/drawing/2014/main" id="{266E597B-22AF-214F-13F6-5F6841D5C107}"/>
              </a:ext>
            </a:extLst>
          </p:cNvPr>
          <p:cNvSpPr>
            <a:spLocks noGrp="1"/>
          </p:cNvSpPr>
          <p:nvPr>
            <p:ph type="dt" sz="half" idx="10"/>
          </p:nvPr>
        </p:nvSpPr>
        <p:spPr/>
        <p:txBody>
          <a:bodyPr/>
          <a:lstStyle/>
          <a:p>
            <a:fld id="{721DDF4D-4288-2748-8EC0-6BF67AA2AD84}" type="datetime5">
              <a:rPr lang="en-US" smtClean="0"/>
              <a:t>22-Jul-26</a:t>
            </a:fld>
            <a:endParaRPr lang="en-TH"/>
          </a:p>
        </p:txBody>
      </p:sp>
      <p:sp>
        <p:nvSpPr>
          <p:cNvPr id="6" name="Slide Number Placeholder 5">
            <a:extLst>
              <a:ext uri="{FF2B5EF4-FFF2-40B4-BE49-F238E27FC236}">
                <a16:creationId xmlns:a16="http://schemas.microsoft.com/office/drawing/2014/main" id="{02E23302-3FF8-B10D-B15B-1AE599BD0744}"/>
              </a:ext>
            </a:extLst>
          </p:cNvPr>
          <p:cNvSpPr>
            <a:spLocks noGrp="1"/>
          </p:cNvSpPr>
          <p:nvPr>
            <p:ph type="sldNum" sz="quarter" idx="12"/>
          </p:nvPr>
        </p:nvSpPr>
        <p:spPr/>
        <p:txBody>
          <a:bodyPr/>
          <a:lstStyle/>
          <a:p>
            <a:fld id="{21F7FF55-A4C8-434F-9C7E-35C05141D3A5}" type="slidenum">
              <a:rPr lang="en-TH" smtClean="0"/>
              <a:t>29</a:t>
            </a:fld>
            <a:endParaRPr lang="en-TH"/>
          </a:p>
        </p:txBody>
      </p:sp>
    </p:spTree>
    <p:extLst>
      <p:ext uri="{BB962C8B-B14F-4D97-AF65-F5344CB8AC3E}">
        <p14:creationId xmlns:p14="http://schemas.microsoft.com/office/powerpoint/2010/main" val="1064518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1501903-B955-2DF6-1179-4A81E5C16F3D}"/>
              </a:ext>
            </a:extLst>
          </p:cNvPr>
          <p:cNvSpPr>
            <a:spLocks noGrp="1"/>
          </p:cNvSpPr>
          <p:nvPr>
            <p:ph type="title"/>
          </p:nvPr>
        </p:nvSpPr>
        <p:spPr/>
        <p:txBody>
          <a:bodyPr/>
          <a:lstStyle/>
          <a:p>
            <a:r>
              <a:rPr lang="en-TH" dirty="0"/>
              <a:t>Basic Github: Collaboration &amp; Versioning</a:t>
            </a:r>
          </a:p>
        </p:txBody>
      </p:sp>
      <p:pic>
        <p:nvPicPr>
          <p:cNvPr id="7" name="Picture 6" descr="What is Git Push and How to Push Changes to Git Remote Repository?">
            <a:extLst>
              <a:ext uri="{FF2B5EF4-FFF2-40B4-BE49-F238E27FC236}">
                <a16:creationId xmlns:a16="http://schemas.microsoft.com/office/drawing/2014/main" id="{97AABB22-15E0-3EA8-3CE5-4DA2FAD5E19E}"/>
              </a:ext>
            </a:extLst>
          </p:cNvPr>
          <p:cNvPicPr>
            <a:picLocks noChangeAspect="1"/>
          </p:cNvPicPr>
          <p:nvPr/>
        </p:nvPicPr>
        <p:blipFill>
          <a:blip r:embed="rId2"/>
          <a:srcRect t="14886" b="12473"/>
          <a:stretch>
            <a:fillRect/>
          </a:stretch>
        </p:blipFill>
        <p:spPr>
          <a:xfrm>
            <a:off x="486967" y="1295037"/>
            <a:ext cx="5344344" cy="3521760"/>
          </a:xfrm>
          <a:prstGeom prst="rect">
            <a:avLst/>
          </a:prstGeom>
        </p:spPr>
      </p:pic>
      <p:pic>
        <p:nvPicPr>
          <p:cNvPr id="8" name="Picture 7" descr="How to Use Git- A Beginner Step-by-Step Guide">
            <a:extLst>
              <a:ext uri="{FF2B5EF4-FFF2-40B4-BE49-F238E27FC236}">
                <a16:creationId xmlns:a16="http://schemas.microsoft.com/office/drawing/2014/main" id="{8878A8D0-84E5-6D91-C7EC-9BEE2EB4D874}"/>
              </a:ext>
            </a:extLst>
          </p:cNvPr>
          <p:cNvPicPr>
            <a:picLocks noChangeAspect="1"/>
          </p:cNvPicPr>
          <p:nvPr/>
        </p:nvPicPr>
        <p:blipFill>
          <a:blip r:embed="rId3"/>
          <a:srcRect l="5631" t="4093" r="5947" b="10891"/>
          <a:stretch>
            <a:fillRect/>
          </a:stretch>
        </p:blipFill>
        <p:spPr>
          <a:xfrm>
            <a:off x="6360691" y="1295037"/>
            <a:ext cx="4588239" cy="3627622"/>
          </a:xfrm>
          <a:prstGeom prst="rect">
            <a:avLst/>
          </a:prstGeom>
        </p:spPr>
      </p:pic>
      <p:sp>
        <p:nvSpPr>
          <p:cNvPr id="9" name="Date Placeholder 8">
            <a:extLst>
              <a:ext uri="{FF2B5EF4-FFF2-40B4-BE49-F238E27FC236}">
                <a16:creationId xmlns:a16="http://schemas.microsoft.com/office/drawing/2014/main" id="{53285EF9-0C53-8EF6-FB18-92DD79B3CF3F}"/>
              </a:ext>
            </a:extLst>
          </p:cNvPr>
          <p:cNvSpPr>
            <a:spLocks noGrp="1"/>
          </p:cNvSpPr>
          <p:nvPr>
            <p:ph type="dt" sz="half" idx="10"/>
          </p:nvPr>
        </p:nvSpPr>
        <p:spPr/>
        <p:txBody>
          <a:bodyPr/>
          <a:lstStyle/>
          <a:p>
            <a:fld id="{1A1C45A9-CE11-A64B-B2BE-A621D07D8FF2}" type="datetime5">
              <a:rPr lang="en-US" smtClean="0"/>
              <a:t>22-Jul-26</a:t>
            </a:fld>
            <a:endParaRPr lang="en-TH"/>
          </a:p>
        </p:txBody>
      </p:sp>
      <p:sp>
        <p:nvSpPr>
          <p:cNvPr id="11" name="Slide Number Placeholder 10">
            <a:extLst>
              <a:ext uri="{FF2B5EF4-FFF2-40B4-BE49-F238E27FC236}">
                <a16:creationId xmlns:a16="http://schemas.microsoft.com/office/drawing/2014/main" id="{BE22245E-306A-D1AC-C167-A575517997CC}"/>
              </a:ext>
            </a:extLst>
          </p:cNvPr>
          <p:cNvSpPr>
            <a:spLocks noGrp="1"/>
          </p:cNvSpPr>
          <p:nvPr>
            <p:ph type="sldNum" sz="quarter" idx="12"/>
          </p:nvPr>
        </p:nvSpPr>
        <p:spPr/>
        <p:txBody>
          <a:bodyPr/>
          <a:lstStyle/>
          <a:p>
            <a:fld id="{21F7FF55-A4C8-434F-9C7E-35C05141D3A5}" type="slidenum">
              <a:rPr lang="en-TH" smtClean="0"/>
              <a:t>30</a:t>
            </a:fld>
            <a:endParaRPr lang="en-TH"/>
          </a:p>
        </p:txBody>
      </p:sp>
      <p:sp>
        <p:nvSpPr>
          <p:cNvPr id="2" name="TextBox 1">
            <a:extLst>
              <a:ext uri="{FF2B5EF4-FFF2-40B4-BE49-F238E27FC236}">
                <a16:creationId xmlns:a16="http://schemas.microsoft.com/office/drawing/2014/main" id="{712ACD98-DB5E-59B0-A288-3C9FABD5D062}"/>
              </a:ext>
            </a:extLst>
          </p:cNvPr>
          <p:cNvSpPr txBox="1"/>
          <p:nvPr/>
        </p:nvSpPr>
        <p:spPr>
          <a:xfrm>
            <a:off x="2543940" y="5002142"/>
            <a:ext cx="7548402" cy="1634490"/>
          </a:xfrm>
          <a:prstGeom prst="roundRect">
            <a:avLst/>
          </a:prstGeom>
          <a:solidFill>
            <a:srgbClr val="FCD673"/>
          </a:solidFill>
        </p:spPr>
        <p:txBody>
          <a:bodyPr wrap="none" rtlCol="0">
            <a:spAutoFit/>
          </a:bodyPr>
          <a:lstStyle/>
          <a:p>
            <a:r>
              <a:rPr lang="en-TH" b="1" dirty="0"/>
              <a:t>Action required: </a:t>
            </a:r>
          </a:p>
          <a:p>
            <a:pPr marL="342900" indent="-342900">
              <a:buAutoNum type="arabicPeriod"/>
            </a:pPr>
            <a:r>
              <a:rPr lang="en-TH" dirty="0"/>
              <a:t>Create your own GitHub Repository</a:t>
            </a:r>
          </a:p>
          <a:p>
            <a:pPr marL="342900" indent="-342900">
              <a:buAutoNum type="arabicPeriod"/>
            </a:pPr>
            <a:r>
              <a:rPr lang="en-TH" dirty="0"/>
              <a:t>Push your initial code and doc</a:t>
            </a:r>
          </a:p>
          <a:p>
            <a:pPr marL="342900" indent="-342900">
              <a:buAutoNum type="arabicPeriod"/>
            </a:pPr>
            <a:r>
              <a:rPr lang="en-TH" dirty="0"/>
              <a:t>Fix and test the code according to the issues in the code review report</a:t>
            </a:r>
          </a:p>
          <a:p>
            <a:pPr marL="342900" indent="-342900">
              <a:buAutoNum type="arabicPeriod"/>
            </a:pPr>
            <a:r>
              <a:rPr lang="en-TH" dirty="0"/>
              <a:t>Commit changes with proper comment</a:t>
            </a:r>
          </a:p>
        </p:txBody>
      </p:sp>
    </p:spTree>
    <p:extLst>
      <p:ext uri="{BB962C8B-B14F-4D97-AF65-F5344CB8AC3E}">
        <p14:creationId xmlns:p14="http://schemas.microsoft.com/office/powerpoint/2010/main" val="3387202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63E9622-1415-F035-5031-9CCE4FF22FB8}"/>
              </a:ext>
            </a:extLst>
          </p:cNvPr>
          <p:cNvSpPr>
            <a:spLocks noGrp="1"/>
          </p:cNvSpPr>
          <p:nvPr>
            <p:ph type="title"/>
          </p:nvPr>
        </p:nvSpPr>
        <p:spPr>
          <a:xfrm>
            <a:off x="643467" y="643467"/>
            <a:ext cx="5127745" cy="4567137"/>
          </a:xfrm>
        </p:spPr>
        <p:txBody>
          <a:bodyPr vert="horz" lIns="91440" tIns="45720" rIns="91440" bIns="45720" rtlCol="0" anchor="b">
            <a:normAutofit/>
          </a:bodyPr>
          <a:lstStyle/>
          <a:p>
            <a:r>
              <a:rPr lang="en-US" sz="4400" dirty="0"/>
              <a:t>Iterative Application Improvements</a:t>
            </a:r>
          </a:p>
        </p:txBody>
      </p:sp>
      <p:sp>
        <p:nvSpPr>
          <p:cNvPr id="5" name="Text Placeholder 4">
            <a:extLst>
              <a:ext uri="{FF2B5EF4-FFF2-40B4-BE49-F238E27FC236}">
                <a16:creationId xmlns:a16="http://schemas.microsoft.com/office/drawing/2014/main" id="{81ABBC93-63E6-B019-8E02-FD5070BEED0A}"/>
              </a:ext>
            </a:extLst>
          </p:cNvPr>
          <p:cNvSpPr>
            <a:spLocks noGrp="1"/>
          </p:cNvSpPr>
          <p:nvPr>
            <p:ph type="body" idx="1"/>
          </p:nvPr>
        </p:nvSpPr>
        <p:spPr>
          <a:xfrm>
            <a:off x="643467" y="5277684"/>
            <a:ext cx="5127746" cy="775494"/>
          </a:xfrm>
        </p:spPr>
        <p:txBody>
          <a:bodyPr vert="horz" lIns="91440" tIns="45720" rIns="91440" bIns="45720" rtlCol="0">
            <a:noAutofit/>
          </a:bodyPr>
          <a:lstStyle/>
          <a:p>
            <a:pPr algn="thaiDist"/>
            <a:r>
              <a:rPr lang="en-US" sz="1500" b="1" dirty="0">
                <a:solidFill>
                  <a:schemeClr val="tx1"/>
                </a:solidFill>
              </a:rPr>
              <a:t>CLO5</a:t>
            </a:r>
            <a:r>
              <a:rPr lang="en-US" sz="1500" dirty="0">
                <a:solidFill>
                  <a:schemeClr val="tx1"/>
                </a:solidFill>
              </a:rPr>
              <a:t> Iteratively improve applications through feedback-driven interactions with AI, enabling feature enhancements while preserving the existing codebase.</a:t>
            </a:r>
          </a:p>
        </p:txBody>
      </p:sp>
      <p:pic>
        <p:nvPicPr>
          <p:cNvPr id="7" name="Picture 6" descr="Green dialogue boxes">
            <a:extLst>
              <a:ext uri="{FF2B5EF4-FFF2-40B4-BE49-F238E27FC236}">
                <a16:creationId xmlns:a16="http://schemas.microsoft.com/office/drawing/2014/main" id="{434F0892-2598-3DE5-787B-57D99573C2A4}"/>
              </a:ext>
            </a:extLst>
          </p:cNvPr>
          <p:cNvPicPr>
            <a:picLocks noChangeAspect="1"/>
          </p:cNvPicPr>
          <p:nvPr/>
        </p:nvPicPr>
        <p:blipFill>
          <a:blip r:embed="rId2"/>
          <a:srcRect l="11669" r="15950" b="2"/>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6" name="Date Placeholder 5">
            <a:extLst>
              <a:ext uri="{FF2B5EF4-FFF2-40B4-BE49-F238E27FC236}">
                <a16:creationId xmlns:a16="http://schemas.microsoft.com/office/drawing/2014/main" id="{FD39F5C8-8BEF-6696-747A-4D08C6CC4C1B}"/>
              </a:ext>
            </a:extLst>
          </p:cNvPr>
          <p:cNvSpPr>
            <a:spLocks noGrp="1"/>
          </p:cNvSpPr>
          <p:nvPr>
            <p:ph type="dt" sz="half" idx="10"/>
          </p:nvPr>
        </p:nvSpPr>
        <p:spPr/>
        <p:txBody>
          <a:bodyPr/>
          <a:lstStyle/>
          <a:p>
            <a:fld id="{0974C0BC-5418-3B45-B654-F9518862E612}" type="datetime5">
              <a:rPr lang="en-US" smtClean="0"/>
              <a:t>22-Jul-26</a:t>
            </a:fld>
            <a:endParaRPr lang="en-TH"/>
          </a:p>
        </p:txBody>
      </p:sp>
      <p:sp>
        <p:nvSpPr>
          <p:cNvPr id="9" name="Slide Number Placeholder 8">
            <a:extLst>
              <a:ext uri="{FF2B5EF4-FFF2-40B4-BE49-F238E27FC236}">
                <a16:creationId xmlns:a16="http://schemas.microsoft.com/office/drawing/2014/main" id="{BAD78BB5-9058-69F2-E905-A52DDF125AC5}"/>
              </a:ext>
            </a:extLst>
          </p:cNvPr>
          <p:cNvSpPr>
            <a:spLocks noGrp="1"/>
          </p:cNvSpPr>
          <p:nvPr>
            <p:ph type="sldNum" sz="quarter" idx="12"/>
          </p:nvPr>
        </p:nvSpPr>
        <p:spPr/>
        <p:txBody>
          <a:bodyPr/>
          <a:lstStyle/>
          <a:p>
            <a:fld id="{21F7FF55-A4C8-434F-9C7E-35C05141D3A5}" type="slidenum">
              <a:rPr lang="en-TH" smtClean="0"/>
              <a:t>31</a:t>
            </a:fld>
            <a:endParaRPr lang="en-TH"/>
          </a:p>
        </p:txBody>
      </p:sp>
    </p:spTree>
    <p:extLst>
      <p:ext uri="{BB962C8B-B14F-4D97-AF65-F5344CB8AC3E}">
        <p14:creationId xmlns:p14="http://schemas.microsoft.com/office/powerpoint/2010/main" val="2355025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52226-3E1D-7F60-69C7-243497CA08D4}"/>
              </a:ext>
            </a:extLst>
          </p:cNvPr>
          <p:cNvSpPr>
            <a:spLocks noGrp="1"/>
          </p:cNvSpPr>
          <p:nvPr>
            <p:ph type="title"/>
          </p:nvPr>
        </p:nvSpPr>
        <p:spPr/>
        <p:txBody>
          <a:bodyPr/>
          <a:lstStyle/>
          <a:p>
            <a:r>
              <a:rPr lang="en-TH" dirty="0"/>
              <a:t>Making Changes I: Prompt</a:t>
            </a:r>
            <a:br>
              <a:rPr lang="en-TH" dirty="0"/>
            </a:br>
            <a:r>
              <a:rPr lang="en-US" sz="2600" dirty="0">
                <a:solidFill>
                  <a:schemeClr val="tx1">
                    <a:lumMod val="50000"/>
                    <a:lumOff val="50000"/>
                  </a:schemeClr>
                </a:solidFill>
              </a:rPr>
              <a:t>Targeted Feature Updates and Refinement</a:t>
            </a:r>
            <a:endParaRPr lang="en-TH" sz="2600" dirty="0">
              <a:solidFill>
                <a:schemeClr val="tx1">
                  <a:lumMod val="50000"/>
                  <a:lumOff val="50000"/>
                </a:schemeClr>
              </a:solidFill>
            </a:endParaRPr>
          </a:p>
        </p:txBody>
      </p:sp>
      <p:sp>
        <p:nvSpPr>
          <p:cNvPr id="3" name="Content Placeholder 2">
            <a:extLst>
              <a:ext uri="{FF2B5EF4-FFF2-40B4-BE49-F238E27FC236}">
                <a16:creationId xmlns:a16="http://schemas.microsoft.com/office/drawing/2014/main" id="{44742229-4FC1-2E4A-5E79-7987FA202BDC}"/>
              </a:ext>
            </a:extLst>
          </p:cNvPr>
          <p:cNvSpPr>
            <a:spLocks noGrp="1"/>
          </p:cNvSpPr>
          <p:nvPr>
            <p:ph idx="1"/>
          </p:nvPr>
        </p:nvSpPr>
        <p:spPr/>
        <p:txBody>
          <a:bodyPr>
            <a:normAutofit/>
          </a:bodyPr>
          <a:lstStyle/>
          <a:p>
            <a:pPr marL="0" indent="0">
              <a:buNone/>
            </a:pPr>
            <a:r>
              <a:rPr lang="en-TH" sz="2000" b="1" dirty="0"/>
              <a:t># Role </a:t>
            </a:r>
            <a:br>
              <a:rPr lang="en-TH" sz="2000" b="1" dirty="0"/>
            </a:br>
            <a:r>
              <a:rPr lang="en-TH" sz="2000" dirty="0"/>
              <a:t>Act as an expert software developer.</a:t>
            </a:r>
          </a:p>
          <a:p>
            <a:pPr marL="0" indent="0">
              <a:buNone/>
            </a:pPr>
            <a:r>
              <a:rPr lang="en-TH" sz="2000" b="1" dirty="0"/>
              <a:t># Context</a:t>
            </a:r>
            <a:br>
              <a:rPr lang="en-TH" sz="2000" dirty="0"/>
            </a:br>
            <a:r>
              <a:rPr lang="en-TH" sz="2000" dirty="0"/>
              <a:t>I am updating the "Diabetes Risk </a:t>
            </a:r>
            <a:r>
              <a:rPr lang="en-US" sz="2000" dirty="0"/>
              <a:t>Scoring</a:t>
            </a:r>
            <a:r>
              <a:rPr lang="en-TH" sz="2000" dirty="0"/>
              <a:t>" code we built. I only want to modify the specific function(s) responsible for the according to the user request below. </a:t>
            </a:r>
          </a:p>
          <a:p>
            <a:pPr marL="0" indent="0">
              <a:buNone/>
            </a:pPr>
            <a:r>
              <a:rPr lang="en-TH" sz="2000" b="1" dirty="0"/>
              <a:t># Instructions</a:t>
            </a:r>
          </a:p>
          <a:p>
            <a:pPr marL="0" indent="0">
              <a:buNone/>
            </a:pPr>
            <a:r>
              <a:rPr lang="en-TH" sz="2000" dirty="0"/>
              <a:t>1. Review the User Request below. </a:t>
            </a:r>
          </a:p>
          <a:p>
            <a:pPr marL="0" indent="0">
              <a:buNone/>
            </a:pPr>
            <a:r>
              <a:rPr lang="en-TH" sz="2000" dirty="0"/>
              <a:t>2. Locate the relavant function(s).</a:t>
            </a:r>
          </a:p>
          <a:p>
            <a:pPr marL="0" indent="0">
              <a:buNone/>
            </a:pPr>
            <a:r>
              <a:rPr lang="en-TH" sz="2000" dirty="0"/>
              <a:t>3. Update only that specific function(s) to match the requested visual style. </a:t>
            </a:r>
          </a:p>
          <a:p>
            <a:pPr marL="0" indent="0">
              <a:buNone/>
            </a:pPr>
            <a:r>
              <a:rPr lang="en-TH" sz="2000" dirty="0"/>
              <a:t>4. Output ONLY the updated function code. Do not reprint the rest of the application</a:t>
            </a:r>
            <a:r>
              <a:rPr lang="en-US" sz="2000" dirty="0"/>
              <a:t>.</a:t>
            </a:r>
            <a:endParaRPr lang="en-TH" sz="2000" dirty="0"/>
          </a:p>
          <a:p>
            <a:pPr marL="0" indent="0">
              <a:buNone/>
            </a:pPr>
            <a:r>
              <a:rPr lang="en-TH" sz="2000" b="1" dirty="0"/>
              <a:t># User Request</a:t>
            </a:r>
            <a:br>
              <a:rPr lang="en-TH" sz="2000" b="1" dirty="0"/>
            </a:br>
            <a:r>
              <a:rPr lang="en-TH" sz="2000" dirty="0">
                <a:solidFill>
                  <a:srgbClr val="FF00DF"/>
                </a:solidFill>
              </a:rPr>
              <a:t>&lt;PLACEHOLDER&gt;</a:t>
            </a:r>
          </a:p>
        </p:txBody>
      </p:sp>
      <p:sp>
        <p:nvSpPr>
          <p:cNvPr id="4" name="TextBox 3">
            <a:extLst>
              <a:ext uri="{FF2B5EF4-FFF2-40B4-BE49-F238E27FC236}">
                <a16:creationId xmlns:a16="http://schemas.microsoft.com/office/drawing/2014/main" id="{5341B212-5A2F-F8B0-CDDF-69132BD3F550}"/>
              </a:ext>
            </a:extLst>
          </p:cNvPr>
          <p:cNvSpPr txBox="1"/>
          <p:nvPr/>
        </p:nvSpPr>
        <p:spPr>
          <a:xfrm>
            <a:off x="3765185" y="6281920"/>
            <a:ext cx="4661629" cy="461665"/>
          </a:xfrm>
          <a:prstGeom prst="rect">
            <a:avLst/>
          </a:prstGeom>
          <a:noFill/>
        </p:spPr>
        <p:txBody>
          <a:bodyPr wrap="square" rtlCol="0">
            <a:spAutoFit/>
          </a:bodyPr>
          <a:lstStyle/>
          <a:p>
            <a:pPr algn="ctr"/>
            <a:r>
              <a:rPr lang="en-TH" sz="1200" dirty="0">
                <a:solidFill>
                  <a:schemeClr val="tx1">
                    <a:lumMod val="50000"/>
                    <a:lumOff val="50000"/>
                  </a:schemeClr>
                </a:solidFill>
              </a:rPr>
              <a:t>One Recommended Prompt Structure</a:t>
            </a:r>
            <a:endParaRPr lang="th-TH" sz="1200" dirty="0">
              <a:solidFill>
                <a:schemeClr val="tx1">
                  <a:lumMod val="50000"/>
                  <a:lumOff val="50000"/>
                </a:schemeClr>
              </a:solidFill>
            </a:endParaRPr>
          </a:p>
          <a:p>
            <a:pPr algn="ctr"/>
            <a:r>
              <a:rPr lang="en-US" sz="1200" dirty="0">
                <a:solidFill>
                  <a:schemeClr val="tx1">
                    <a:lumMod val="50000"/>
                    <a:lumOff val="50000"/>
                  </a:schemeClr>
                </a:solidFill>
              </a:rPr>
              <a:t>-- </a:t>
            </a:r>
            <a:r>
              <a:rPr lang="en-TH" sz="1200" dirty="0">
                <a:solidFill>
                  <a:schemeClr val="tx1">
                    <a:lumMod val="50000"/>
                    <a:lumOff val="50000"/>
                  </a:schemeClr>
                </a:solidFill>
              </a:rPr>
              <a:t>There Is No Single Best Prompt--</a:t>
            </a:r>
          </a:p>
        </p:txBody>
      </p:sp>
      <p:sp>
        <p:nvSpPr>
          <p:cNvPr id="5" name="Date Placeholder 4">
            <a:extLst>
              <a:ext uri="{FF2B5EF4-FFF2-40B4-BE49-F238E27FC236}">
                <a16:creationId xmlns:a16="http://schemas.microsoft.com/office/drawing/2014/main" id="{82F1E43C-FF0C-A417-0DF4-889669DC64BF}"/>
              </a:ext>
            </a:extLst>
          </p:cNvPr>
          <p:cNvSpPr>
            <a:spLocks noGrp="1"/>
          </p:cNvSpPr>
          <p:nvPr>
            <p:ph type="dt" sz="half" idx="10"/>
          </p:nvPr>
        </p:nvSpPr>
        <p:spPr/>
        <p:txBody>
          <a:bodyPr/>
          <a:lstStyle/>
          <a:p>
            <a:fld id="{0A2B2C85-0F29-8141-824D-B64139D3E644}" type="datetime5">
              <a:rPr lang="en-US" smtClean="0"/>
              <a:t>22-Jul-26</a:t>
            </a:fld>
            <a:endParaRPr lang="en-TH"/>
          </a:p>
        </p:txBody>
      </p:sp>
      <p:sp>
        <p:nvSpPr>
          <p:cNvPr id="7" name="Slide Number Placeholder 6">
            <a:extLst>
              <a:ext uri="{FF2B5EF4-FFF2-40B4-BE49-F238E27FC236}">
                <a16:creationId xmlns:a16="http://schemas.microsoft.com/office/drawing/2014/main" id="{4A4C686B-B42C-F31B-5F67-2649613A66A9}"/>
              </a:ext>
            </a:extLst>
          </p:cNvPr>
          <p:cNvSpPr>
            <a:spLocks noGrp="1"/>
          </p:cNvSpPr>
          <p:nvPr>
            <p:ph type="sldNum" sz="quarter" idx="12"/>
          </p:nvPr>
        </p:nvSpPr>
        <p:spPr/>
        <p:txBody>
          <a:bodyPr/>
          <a:lstStyle/>
          <a:p>
            <a:fld id="{21F7FF55-A4C8-434F-9C7E-35C05141D3A5}" type="slidenum">
              <a:rPr lang="en-TH" smtClean="0"/>
              <a:t>32</a:t>
            </a:fld>
            <a:endParaRPr lang="en-TH"/>
          </a:p>
        </p:txBody>
      </p:sp>
      <p:pic>
        <p:nvPicPr>
          <p:cNvPr id="9" name="Graphic 8" descr="Arrow circle with solid fill">
            <a:extLst>
              <a:ext uri="{FF2B5EF4-FFF2-40B4-BE49-F238E27FC236}">
                <a16:creationId xmlns:a16="http://schemas.microsoft.com/office/drawing/2014/main" id="{EB8F12F4-0704-4282-0DB0-8C68754A3C2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982200" y="365125"/>
            <a:ext cx="1730115" cy="1730115"/>
          </a:xfrm>
          <a:prstGeom prst="rect">
            <a:avLst/>
          </a:prstGeom>
        </p:spPr>
      </p:pic>
      <p:sp>
        <p:nvSpPr>
          <p:cNvPr id="10" name="TextBox 9">
            <a:extLst>
              <a:ext uri="{FF2B5EF4-FFF2-40B4-BE49-F238E27FC236}">
                <a16:creationId xmlns:a16="http://schemas.microsoft.com/office/drawing/2014/main" id="{85F44667-324A-D09D-EAF2-4BECB9C3F96B}"/>
              </a:ext>
            </a:extLst>
          </p:cNvPr>
          <p:cNvSpPr txBox="1"/>
          <p:nvPr/>
        </p:nvSpPr>
        <p:spPr>
          <a:xfrm>
            <a:off x="10563579" y="877036"/>
            <a:ext cx="657295" cy="646331"/>
          </a:xfrm>
          <a:prstGeom prst="rect">
            <a:avLst/>
          </a:prstGeom>
          <a:noFill/>
        </p:spPr>
        <p:txBody>
          <a:bodyPr wrap="none" rtlCol="0">
            <a:spAutoFit/>
          </a:bodyPr>
          <a:lstStyle/>
          <a:p>
            <a:pPr algn="ctr"/>
            <a:r>
              <a:rPr lang="en-TH" sz="1200" dirty="0">
                <a:solidFill>
                  <a:schemeClr val="accent2"/>
                </a:solidFill>
              </a:rPr>
              <a:t>TDD</a:t>
            </a:r>
          </a:p>
          <a:p>
            <a:pPr algn="ctr"/>
            <a:r>
              <a:rPr lang="en-TH" sz="1200" dirty="0">
                <a:solidFill>
                  <a:schemeClr val="accent2"/>
                </a:solidFill>
              </a:rPr>
              <a:t>Code</a:t>
            </a:r>
          </a:p>
          <a:p>
            <a:pPr algn="ctr"/>
            <a:r>
              <a:rPr lang="en-TH" sz="1200" dirty="0">
                <a:solidFill>
                  <a:schemeClr val="accent2"/>
                </a:solidFill>
              </a:rPr>
              <a:t>Review</a:t>
            </a:r>
          </a:p>
        </p:txBody>
      </p:sp>
    </p:spTree>
    <p:extLst>
      <p:ext uri="{BB962C8B-B14F-4D97-AF65-F5344CB8AC3E}">
        <p14:creationId xmlns:p14="http://schemas.microsoft.com/office/powerpoint/2010/main" val="8635585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973CA-B42C-8018-6B52-F26647D0EE6B}"/>
              </a:ext>
            </a:extLst>
          </p:cNvPr>
          <p:cNvSpPr>
            <a:spLocks noGrp="1"/>
          </p:cNvSpPr>
          <p:nvPr>
            <p:ph type="title"/>
          </p:nvPr>
        </p:nvSpPr>
        <p:spPr/>
        <p:txBody>
          <a:bodyPr/>
          <a:lstStyle/>
          <a:p>
            <a:r>
              <a:rPr lang="en-TH" dirty="0"/>
              <a:t>Exercise I</a:t>
            </a:r>
          </a:p>
        </p:txBody>
      </p:sp>
      <p:sp>
        <p:nvSpPr>
          <p:cNvPr id="3" name="Content Placeholder 2">
            <a:extLst>
              <a:ext uri="{FF2B5EF4-FFF2-40B4-BE49-F238E27FC236}">
                <a16:creationId xmlns:a16="http://schemas.microsoft.com/office/drawing/2014/main" id="{2BF90AE8-0B11-E586-FD5A-C1EF9A095414}"/>
              </a:ext>
            </a:extLst>
          </p:cNvPr>
          <p:cNvSpPr>
            <a:spLocks noGrp="1"/>
          </p:cNvSpPr>
          <p:nvPr>
            <p:ph idx="1"/>
          </p:nvPr>
        </p:nvSpPr>
        <p:spPr/>
        <p:txBody>
          <a:bodyPr/>
          <a:lstStyle/>
          <a:p>
            <a:pPr marL="0" indent="0">
              <a:buNone/>
            </a:pPr>
            <a:r>
              <a:rPr lang="en-TH" sz="3200" b="1" dirty="0"/>
              <a:t>🟢 Easy: Single Method Change </a:t>
            </a:r>
          </a:p>
          <a:p>
            <a:pPr marL="0" indent="0">
              <a:buNone/>
            </a:pPr>
            <a:endParaRPr lang="en-TH" b="1" dirty="0"/>
          </a:p>
          <a:p>
            <a:pPr marL="0" indent="0">
              <a:buNone/>
            </a:pPr>
            <a:r>
              <a:rPr lang="en-TH" b="1" dirty="0"/>
              <a:t>User Request:</a:t>
            </a:r>
            <a:r>
              <a:rPr lang="en-TH" dirty="0"/>
              <a:t> </a:t>
            </a:r>
          </a:p>
          <a:p>
            <a:pPr marL="0" indent="0">
              <a:buNone/>
            </a:pPr>
            <a:r>
              <a:rPr lang="en-TH" sz="2400" i="1" dirty="0"/>
              <a:t>"I really like the application, but the diagnostic risk report printout at the end looks a bit plain. Can we make it look more like an official medical receipt? Add some extra decorative borders (like rows of hyphens or asterisks) and clearly print a 'CONFIDENTIAL' warning at the bottom so it stands out on the screen."</a:t>
            </a:r>
            <a:endParaRPr lang="en-TH" sz="2400" dirty="0"/>
          </a:p>
          <a:p>
            <a:pPr marL="0" indent="0">
              <a:buNone/>
            </a:pPr>
            <a:endParaRPr lang="en-TH" dirty="0"/>
          </a:p>
        </p:txBody>
      </p:sp>
      <p:sp>
        <p:nvSpPr>
          <p:cNvPr id="4" name="Date Placeholder 3">
            <a:extLst>
              <a:ext uri="{FF2B5EF4-FFF2-40B4-BE49-F238E27FC236}">
                <a16:creationId xmlns:a16="http://schemas.microsoft.com/office/drawing/2014/main" id="{C1FDE902-5B62-D8E8-1C54-D8C0A9579679}"/>
              </a:ext>
            </a:extLst>
          </p:cNvPr>
          <p:cNvSpPr>
            <a:spLocks noGrp="1"/>
          </p:cNvSpPr>
          <p:nvPr>
            <p:ph type="dt" sz="half" idx="10"/>
          </p:nvPr>
        </p:nvSpPr>
        <p:spPr/>
        <p:txBody>
          <a:bodyPr/>
          <a:lstStyle/>
          <a:p>
            <a:fld id="{A01A5310-2BF5-E94D-8D29-E42AB53A1A8A}" type="datetime5">
              <a:rPr lang="en-US" smtClean="0"/>
              <a:t>22-Jul-26</a:t>
            </a:fld>
            <a:endParaRPr lang="en-TH"/>
          </a:p>
        </p:txBody>
      </p:sp>
      <p:sp>
        <p:nvSpPr>
          <p:cNvPr id="6" name="Slide Number Placeholder 5">
            <a:extLst>
              <a:ext uri="{FF2B5EF4-FFF2-40B4-BE49-F238E27FC236}">
                <a16:creationId xmlns:a16="http://schemas.microsoft.com/office/drawing/2014/main" id="{01658604-7043-93B3-506A-BCE747C79A74}"/>
              </a:ext>
            </a:extLst>
          </p:cNvPr>
          <p:cNvSpPr>
            <a:spLocks noGrp="1"/>
          </p:cNvSpPr>
          <p:nvPr>
            <p:ph type="sldNum" sz="quarter" idx="12"/>
          </p:nvPr>
        </p:nvSpPr>
        <p:spPr/>
        <p:txBody>
          <a:bodyPr/>
          <a:lstStyle/>
          <a:p>
            <a:fld id="{21F7FF55-A4C8-434F-9C7E-35C05141D3A5}" type="slidenum">
              <a:rPr lang="en-TH" smtClean="0"/>
              <a:t>33</a:t>
            </a:fld>
            <a:endParaRPr lang="en-TH"/>
          </a:p>
        </p:txBody>
      </p:sp>
      <p:sp>
        <p:nvSpPr>
          <p:cNvPr id="5" name="TextBox 4">
            <a:extLst>
              <a:ext uri="{FF2B5EF4-FFF2-40B4-BE49-F238E27FC236}">
                <a16:creationId xmlns:a16="http://schemas.microsoft.com/office/drawing/2014/main" id="{FA1ADECE-FCEE-B950-2774-1DB213AC8603}"/>
              </a:ext>
            </a:extLst>
          </p:cNvPr>
          <p:cNvSpPr txBox="1"/>
          <p:nvPr/>
        </p:nvSpPr>
        <p:spPr>
          <a:xfrm>
            <a:off x="4187581" y="5393452"/>
            <a:ext cx="3816838" cy="1328023"/>
          </a:xfrm>
          <a:prstGeom prst="roundRect">
            <a:avLst/>
          </a:prstGeom>
          <a:solidFill>
            <a:srgbClr val="FCD673"/>
          </a:solidFill>
        </p:spPr>
        <p:txBody>
          <a:bodyPr wrap="none" rtlCol="0">
            <a:spAutoFit/>
          </a:bodyPr>
          <a:lstStyle/>
          <a:p>
            <a:r>
              <a:rPr lang="en-TH" b="1" dirty="0"/>
              <a:t>Action required: </a:t>
            </a:r>
          </a:p>
          <a:p>
            <a:pPr marL="342900" indent="-342900">
              <a:buAutoNum type="arabicPeriod"/>
            </a:pPr>
            <a:r>
              <a:rPr lang="en-TH" dirty="0"/>
              <a:t>Try prompt04-feedback-ex1.md </a:t>
            </a:r>
          </a:p>
          <a:p>
            <a:pPr marL="342900" indent="-342900">
              <a:buAutoNum type="arabicPeriod"/>
            </a:pPr>
            <a:r>
              <a:rPr lang="en-TH" dirty="0"/>
              <a:t>Test in Colab </a:t>
            </a:r>
          </a:p>
          <a:p>
            <a:pPr marL="342900" indent="-342900">
              <a:buAutoNum type="arabicPeriod"/>
            </a:pPr>
            <a:r>
              <a:rPr lang="en-TH" dirty="0"/>
              <a:t>Commit changes in GitHub</a:t>
            </a:r>
          </a:p>
        </p:txBody>
      </p:sp>
    </p:spTree>
    <p:extLst>
      <p:ext uri="{BB962C8B-B14F-4D97-AF65-F5344CB8AC3E}">
        <p14:creationId xmlns:p14="http://schemas.microsoft.com/office/powerpoint/2010/main" val="36750353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AD5CB-303F-03E3-D176-A61C34B9F01B}"/>
              </a:ext>
            </a:extLst>
          </p:cNvPr>
          <p:cNvSpPr>
            <a:spLocks noGrp="1"/>
          </p:cNvSpPr>
          <p:nvPr>
            <p:ph type="title"/>
          </p:nvPr>
        </p:nvSpPr>
        <p:spPr/>
        <p:txBody>
          <a:bodyPr/>
          <a:lstStyle/>
          <a:p>
            <a:r>
              <a:rPr lang="en-TH" dirty="0"/>
              <a:t>Exercise II</a:t>
            </a:r>
          </a:p>
        </p:txBody>
      </p:sp>
      <p:sp>
        <p:nvSpPr>
          <p:cNvPr id="3" name="Content Placeholder 2">
            <a:extLst>
              <a:ext uri="{FF2B5EF4-FFF2-40B4-BE49-F238E27FC236}">
                <a16:creationId xmlns:a16="http://schemas.microsoft.com/office/drawing/2014/main" id="{F9B921B5-61AD-1DFC-7F3D-62697950CFF3}"/>
              </a:ext>
            </a:extLst>
          </p:cNvPr>
          <p:cNvSpPr>
            <a:spLocks noGrp="1"/>
          </p:cNvSpPr>
          <p:nvPr>
            <p:ph idx="1"/>
          </p:nvPr>
        </p:nvSpPr>
        <p:spPr/>
        <p:txBody>
          <a:bodyPr/>
          <a:lstStyle/>
          <a:p>
            <a:pPr marL="0" indent="0">
              <a:buNone/>
            </a:pPr>
            <a:r>
              <a:rPr lang="en-TH" sz="3200" b="1" dirty="0"/>
              <a:t>🟡 Medium: Multiple Methods, Single Class</a:t>
            </a:r>
          </a:p>
          <a:p>
            <a:pPr marL="0" indent="0">
              <a:buNone/>
            </a:pPr>
            <a:endParaRPr lang="en-TH" b="1" dirty="0"/>
          </a:p>
          <a:p>
            <a:pPr marL="0" indent="0">
              <a:buNone/>
            </a:pPr>
            <a:r>
              <a:rPr lang="en-TH" b="1" dirty="0"/>
              <a:t>User Request:</a:t>
            </a:r>
            <a:r>
              <a:rPr lang="en-TH" dirty="0"/>
              <a:t> </a:t>
            </a:r>
          </a:p>
          <a:p>
            <a:pPr marL="0" indent="0">
              <a:buNone/>
            </a:pPr>
            <a:r>
              <a:rPr lang="en-TH" sz="2400" i="1" dirty="0"/>
              <a:t>"Right now, the system just spits out a final score and a risk category. As a clinician, a single label isn't enough for me to explain things to my patients. I need the app to also give me a quick text summary explaining why they got that score—specifically, a breakdown showing which exact health metrics (like their Glucose or BMI) were actually outside the healthy boundaries."</a:t>
            </a:r>
            <a:endParaRPr lang="en-TH" sz="2400" dirty="0"/>
          </a:p>
        </p:txBody>
      </p:sp>
      <p:sp>
        <p:nvSpPr>
          <p:cNvPr id="4" name="Date Placeholder 3">
            <a:extLst>
              <a:ext uri="{FF2B5EF4-FFF2-40B4-BE49-F238E27FC236}">
                <a16:creationId xmlns:a16="http://schemas.microsoft.com/office/drawing/2014/main" id="{A4C3069D-DB4B-7741-559C-0865C8688713}"/>
              </a:ext>
            </a:extLst>
          </p:cNvPr>
          <p:cNvSpPr>
            <a:spLocks noGrp="1"/>
          </p:cNvSpPr>
          <p:nvPr>
            <p:ph type="dt" sz="half" idx="10"/>
          </p:nvPr>
        </p:nvSpPr>
        <p:spPr/>
        <p:txBody>
          <a:bodyPr/>
          <a:lstStyle/>
          <a:p>
            <a:fld id="{3C99A2BC-133C-5447-A0CD-89BA58838AD6}" type="datetime5">
              <a:rPr lang="en-US" smtClean="0"/>
              <a:t>22-Jul-26</a:t>
            </a:fld>
            <a:endParaRPr lang="en-TH"/>
          </a:p>
        </p:txBody>
      </p:sp>
      <p:sp>
        <p:nvSpPr>
          <p:cNvPr id="6" name="Slide Number Placeholder 5">
            <a:extLst>
              <a:ext uri="{FF2B5EF4-FFF2-40B4-BE49-F238E27FC236}">
                <a16:creationId xmlns:a16="http://schemas.microsoft.com/office/drawing/2014/main" id="{7135E104-E181-66E8-AC93-713270596E7C}"/>
              </a:ext>
            </a:extLst>
          </p:cNvPr>
          <p:cNvSpPr>
            <a:spLocks noGrp="1"/>
          </p:cNvSpPr>
          <p:nvPr>
            <p:ph type="sldNum" sz="quarter" idx="12"/>
          </p:nvPr>
        </p:nvSpPr>
        <p:spPr/>
        <p:txBody>
          <a:bodyPr/>
          <a:lstStyle/>
          <a:p>
            <a:fld id="{21F7FF55-A4C8-434F-9C7E-35C05141D3A5}" type="slidenum">
              <a:rPr lang="en-TH" smtClean="0"/>
              <a:t>34</a:t>
            </a:fld>
            <a:endParaRPr lang="en-TH"/>
          </a:p>
        </p:txBody>
      </p:sp>
    </p:spTree>
    <p:extLst>
      <p:ext uri="{BB962C8B-B14F-4D97-AF65-F5344CB8AC3E}">
        <p14:creationId xmlns:p14="http://schemas.microsoft.com/office/powerpoint/2010/main" val="39573473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FD4B1-9509-5A78-55EC-256FE75D7A0F}"/>
              </a:ext>
            </a:extLst>
          </p:cNvPr>
          <p:cNvSpPr>
            <a:spLocks noGrp="1"/>
          </p:cNvSpPr>
          <p:nvPr>
            <p:ph type="title"/>
          </p:nvPr>
        </p:nvSpPr>
        <p:spPr/>
        <p:txBody>
          <a:bodyPr/>
          <a:lstStyle/>
          <a:p>
            <a:r>
              <a:rPr lang="en-TH" dirty="0"/>
              <a:t>Exercise III</a:t>
            </a:r>
          </a:p>
        </p:txBody>
      </p:sp>
      <p:sp>
        <p:nvSpPr>
          <p:cNvPr id="3" name="Content Placeholder 2">
            <a:extLst>
              <a:ext uri="{FF2B5EF4-FFF2-40B4-BE49-F238E27FC236}">
                <a16:creationId xmlns:a16="http://schemas.microsoft.com/office/drawing/2014/main" id="{307D041E-13EB-2861-7666-3A8BDFC33B0C}"/>
              </a:ext>
            </a:extLst>
          </p:cNvPr>
          <p:cNvSpPr>
            <a:spLocks noGrp="1"/>
          </p:cNvSpPr>
          <p:nvPr>
            <p:ph idx="1"/>
          </p:nvPr>
        </p:nvSpPr>
        <p:spPr/>
        <p:txBody>
          <a:bodyPr>
            <a:normAutofit/>
          </a:bodyPr>
          <a:lstStyle/>
          <a:p>
            <a:pPr marL="0" indent="0">
              <a:buNone/>
            </a:pPr>
            <a:r>
              <a:rPr lang="en-TH" sz="3200" dirty="0"/>
              <a:t>🔴 </a:t>
            </a:r>
            <a:r>
              <a:rPr lang="en-TH" sz="3200" b="1" dirty="0"/>
              <a:t>Hard: Cross-Tier Modification</a:t>
            </a:r>
          </a:p>
          <a:p>
            <a:pPr marL="0" indent="0">
              <a:buNone/>
            </a:pPr>
            <a:endParaRPr lang="en-TH" b="1" dirty="0"/>
          </a:p>
          <a:p>
            <a:pPr marL="0" indent="0">
              <a:buNone/>
            </a:pPr>
            <a:r>
              <a:rPr lang="en-TH" b="1" dirty="0"/>
              <a:t>User Request:</a:t>
            </a:r>
            <a:r>
              <a:rPr lang="en-TH" dirty="0"/>
              <a:t> </a:t>
            </a:r>
          </a:p>
          <a:p>
            <a:pPr marL="0" indent="0">
              <a:buNone/>
            </a:pPr>
            <a:r>
              <a:rPr lang="en-TH" sz="2400" i="1" dirty="0"/>
              <a:t>"When looking at a patient's risk profile, seeing just a final category isn't completely informative. We need to see how their metrics compare to the average of our entire clinic clinic database. Can you modify the system to calculate the clinical average for each metric across all registered patients, and then display whether this specific patient is 'ABOVE', 'BELOW', or 'EQUAL' to that clinic average next to their numbers?"</a:t>
            </a:r>
            <a:endParaRPr lang="en-TH" sz="2400" dirty="0"/>
          </a:p>
        </p:txBody>
      </p:sp>
      <p:sp>
        <p:nvSpPr>
          <p:cNvPr id="4" name="Date Placeholder 3">
            <a:extLst>
              <a:ext uri="{FF2B5EF4-FFF2-40B4-BE49-F238E27FC236}">
                <a16:creationId xmlns:a16="http://schemas.microsoft.com/office/drawing/2014/main" id="{71C15304-CF41-22DD-F6C2-1F4C29152AE6}"/>
              </a:ext>
            </a:extLst>
          </p:cNvPr>
          <p:cNvSpPr>
            <a:spLocks noGrp="1"/>
          </p:cNvSpPr>
          <p:nvPr>
            <p:ph type="dt" sz="half" idx="10"/>
          </p:nvPr>
        </p:nvSpPr>
        <p:spPr/>
        <p:txBody>
          <a:bodyPr/>
          <a:lstStyle/>
          <a:p>
            <a:fld id="{DA0D2F6F-B8A3-A543-AFF8-39BA7C8BFA72}" type="datetime5">
              <a:rPr lang="en-US" smtClean="0"/>
              <a:t>22-Jul-26</a:t>
            </a:fld>
            <a:endParaRPr lang="en-TH"/>
          </a:p>
        </p:txBody>
      </p:sp>
      <p:sp>
        <p:nvSpPr>
          <p:cNvPr id="6" name="Slide Number Placeholder 5">
            <a:extLst>
              <a:ext uri="{FF2B5EF4-FFF2-40B4-BE49-F238E27FC236}">
                <a16:creationId xmlns:a16="http://schemas.microsoft.com/office/drawing/2014/main" id="{CB35EA14-AE4C-726B-0F20-23BA34610AD1}"/>
              </a:ext>
            </a:extLst>
          </p:cNvPr>
          <p:cNvSpPr>
            <a:spLocks noGrp="1"/>
          </p:cNvSpPr>
          <p:nvPr>
            <p:ph type="sldNum" sz="quarter" idx="12"/>
          </p:nvPr>
        </p:nvSpPr>
        <p:spPr/>
        <p:txBody>
          <a:bodyPr/>
          <a:lstStyle/>
          <a:p>
            <a:fld id="{21F7FF55-A4C8-434F-9C7E-35C05141D3A5}" type="slidenum">
              <a:rPr lang="en-TH" smtClean="0"/>
              <a:t>35</a:t>
            </a:fld>
            <a:endParaRPr lang="en-TH"/>
          </a:p>
        </p:txBody>
      </p:sp>
    </p:spTree>
    <p:extLst>
      <p:ext uri="{BB962C8B-B14F-4D97-AF65-F5344CB8AC3E}">
        <p14:creationId xmlns:p14="http://schemas.microsoft.com/office/powerpoint/2010/main" val="4241004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EEDCA-D97C-520C-36C1-C12F592DF00C}"/>
              </a:ext>
            </a:extLst>
          </p:cNvPr>
          <p:cNvSpPr>
            <a:spLocks noGrp="1"/>
          </p:cNvSpPr>
          <p:nvPr>
            <p:ph type="title"/>
          </p:nvPr>
        </p:nvSpPr>
        <p:spPr/>
        <p:txBody>
          <a:bodyPr>
            <a:normAutofit/>
          </a:bodyPr>
          <a:lstStyle/>
          <a:p>
            <a:r>
              <a:rPr lang="en-TH" dirty="0"/>
              <a:t>Making Changes II: Prompt </a:t>
            </a:r>
            <a:br>
              <a:rPr lang="en-TH" dirty="0"/>
            </a:br>
            <a:r>
              <a:rPr lang="en-US" sz="2600" dirty="0">
                <a:solidFill>
                  <a:schemeClr val="tx1">
                    <a:lumMod val="50000"/>
                    <a:lumOff val="50000"/>
                  </a:schemeClr>
                </a:solidFill>
              </a:rPr>
              <a:t>Evolving the Architecture with Layered Changes</a:t>
            </a:r>
            <a:endParaRPr lang="en-TH" sz="2600" dirty="0">
              <a:solidFill>
                <a:schemeClr val="tx1">
                  <a:lumMod val="50000"/>
                  <a:lumOff val="50000"/>
                </a:schemeClr>
              </a:solidFill>
            </a:endParaRPr>
          </a:p>
        </p:txBody>
      </p:sp>
      <p:sp>
        <p:nvSpPr>
          <p:cNvPr id="4" name="Rounded Rectangle 3">
            <a:extLst>
              <a:ext uri="{FF2B5EF4-FFF2-40B4-BE49-F238E27FC236}">
                <a16:creationId xmlns:a16="http://schemas.microsoft.com/office/drawing/2014/main" id="{D864F3C9-19BD-9CF2-82B1-E701BA502EDD}"/>
              </a:ext>
            </a:extLst>
          </p:cNvPr>
          <p:cNvSpPr/>
          <p:nvPr/>
        </p:nvSpPr>
        <p:spPr>
          <a:xfrm>
            <a:off x="7909806" y="1064303"/>
            <a:ext cx="2794424" cy="2485196"/>
          </a:xfrm>
          <a:prstGeom prst="roundRect">
            <a:avLst>
              <a:gd name="adj" fmla="val 11050"/>
            </a:avLst>
          </a:prstGeom>
          <a:solidFill>
            <a:srgbClr val="FFE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5" name="Rounded Rectangle 4">
            <a:extLst>
              <a:ext uri="{FF2B5EF4-FFF2-40B4-BE49-F238E27FC236}">
                <a16:creationId xmlns:a16="http://schemas.microsoft.com/office/drawing/2014/main" id="{D7ADB906-8B76-630E-F639-4DD50F592A32}"/>
              </a:ext>
            </a:extLst>
          </p:cNvPr>
          <p:cNvSpPr/>
          <p:nvPr/>
        </p:nvSpPr>
        <p:spPr>
          <a:xfrm>
            <a:off x="8113423" y="2701655"/>
            <a:ext cx="2393432" cy="692748"/>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Orchestration Layer</a:t>
            </a:r>
          </a:p>
        </p:txBody>
      </p:sp>
      <p:sp>
        <p:nvSpPr>
          <p:cNvPr id="6" name="Rounded Rectangle 5">
            <a:extLst>
              <a:ext uri="{FF2B5EF4-FFF2-40B4-BE49-F238E27FC236}">
                <a16:creationId xmlns:a16="http://schemas.microsoft.com/office/drawing/2014/main" id="{335728EC-953A-6A2A-A6A5-4082E58CBDF9}"/>
              </a:ext>
            </a:extLst>
          </p:cNvPr>
          <p:cNvSpPr/>
          <p:nvPr/>
        </p:nvSpPr>
        <p:spPr>
          <a:xfrm>
            <a:off x="6711843" y="4192671"/>
            <a:ext cx="2395927" cy="692748"/>
          </a:xfrm>
          <a:prstGeom prst="roundRect">
            <a:avLst/>
          </a:prstGeom>
          <a:solidFill>
            <a:srgbClr val="8CE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Business/Domain Logic Layer</a:t>
            </a:r>
          </a:p>
        </p:txBody>
      </p:sp>
      <p:sp>
        <p:nvSpPr>
          <p:cNvPr id="7" name="Rounded Rectangle 6">
            <a:extLst>
              <a:ext uri="{FF2B5EF4-FFF2-40B4-BE49-F238E27FC236}">
                <a16:creationId xmlns:a16="http://schemas.microsoft.com/office/drawing/2014/main" id="{79736A0F-5168-9BC4-B2C4-CF8B11876AF9}"/>
              </a:ext>
            </a:extLst>
          </p:cNvPr>
          <p:cNvSpPr/>
          <p:nvPr/>
        </p:nvSpPr>
        <p:spPr>
          <a:xfrm>
            <a:off x="9552484" y="4193373"/>
            <a:ext cx="2393432" cy="692748"/>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Data Access Layer</a:t>
            </a:r>
          </a:p>
        </p:txBody>
      </p:sp>
      <p:cxnSp>
        <p:nvCxnSpPr>
          <p:cNvPr id="8" name="Elbow Connector 7">
            <a:extLst>
              <a:ext uri="{FF2B5EF4-FFF2-40B4-BE49-F238E27FC236}">
                <a16:creationId xmlns:a16="http://schemas.microsoft.com/office/drawing/2014/main" id="{32813B18-DDC7-10E8-7FB3-940994F9D304}"/>
              </a:ext>
            </a:extLst>
          </p:cNvPr>
          <p:cNvCxnSpPr>
            <a:stCxn id="5" idx="2"/>
            <a:endCxn id="7" idx="0"/>
          </p:cNvCxnSpPr>
          <p:nvPr/>
        </p:nvCxnSpPr>
        <p:spPr>
          <a:xfrm rot="16200000" flipH="1">
            <a:off x="9630184" y="3074357"/>
            <a:ext cx="798970" cy="1439061"/>
          </a:xfrm>
          <a:prstGeom prst="bentConnector3">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 name="Elbow Connector 8">
            <a:extLst>
              <a:ext uri="{FF2B5EF4-FFF2-40B4-BE49-F238E27FC236}">
                <a16:creationId xmlns:a16="http://schemas.microsoft.com/office/drawing/2014/main" id="{A982A17D-3F5F-6E5E-236A-C7345CD5394F}"/>
              </a:ext>
            </a:extLst>
          </p:cNvPr>
          <p:cNvCxnSpPr>
            <a:cxnSpLocks/>
            <a:stCxn id="5" idx="2"/>
            <a:endCxn id="6" idx="0"/>
          </p:cNvCxnSpPr>
          <p:nvPr/>
        </p:nvCxnSpPr>
        <p:spPr>
          <a:xfrm rot="5400000">
            <a:off x="8210839" y="3093371"/>
            <a:ext cx="798268" cy="1400332"/>
          </a:xfrm>
          <a:prstGeom prst="bentConnector3">
            <a:avLst>
              <a:gd name="adj1" fmla="val 50000"/>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a:extLst>
              <a:ext uri="{FF2B5EF4-FFF2-40B4-BE49-F238E27FC236}">
                <a16:creationId xmlns:a16="http://schemas.microsoft.com/office/drawing/2014/main" id="{812678DC-BE4E-683C-7D03-446A6BE95CF5}"/>
              </a:ext>
            </a:extLst>
          </p:cNvPr>
          <p:cNvSpPr/>
          <p:nvPr/>
        </p:nvSpPr>
        <p:spPr>
          <a:xfrm>
            <a:off x="8113423" y="1628608"/>
            <a:ext cx="2393432" cy="692748"/>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Presentation Layer</a:t>
            </a:r>
          </a:p>
        </p:txBody>
      </p:sp>
      <p:cxnSp>
        <p:nvCxnSpPr>
          <p:cNvPr id="11" name="Straight Arrow Connector 10">
            <a:extLst>
              <a:ext uri="{FF2B5EF4-FFF2-40B4-BE49-F238E27FC236}">
                <a16:creationId xmlns:a16="http://schemas.microsoft.com/office/drawing/2014/main" id="{26CCE164-AB6F-423D-1884-F5832062E67F}"/>
              </a:ext>
            </a:extLst>
          </p:cNvPr>
          <p:cNvCxnSpPr>
            <a:stCxn id="5" idx="0"/>
            <a:endCxn id="10" idx="2"/>
          </p:cNvCxnSpPr>
          <p:nvPr/>
        </p:nvCxnSpPr>
        <p:spPr>
          <a:xfrm flipV="1">
            <a:off x="9310139" y="2321356"/>
            <a:ext cx="0" cy="380299"/>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pic>
        <p:nvPicPr>
          <p:cNvPr id="12" name="Graphic 11" descr="Database with solid fill">
            <a:extLst>
              <a:ext uri="{FF2B5EF4-FFF2-40B4-BE49-F238E27FC236}">
                <a16:creationId xmlns:a16="http://schemas.microsoft.com/office/drawing/2014/main" id="{D4AD7426-44BE-65F2-36EA-0767561BDE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92000" y="5312467"/>
            <a:ext cx="914400" cy="914400"/>
          </a:xfrm>
          <a:prstGeom prst="rect">
            <a:avLst/>
          </a:prstGeom>
        </p:spPr>
      </p:pic>
      <p:cxnSp>
        <p:nvCxnSpPr>
          <p:cNvPr id="13" name="Straight Arrow Connector 12">
            <a:extLst>
              <a:ext uri="{FF2B5EF4-FFF2-40B4-BE49-F238E27FC236}">
                <a16:creationId xmlns:a16="http://schemas.microsoft.com/office/drawing/2014/main" id="{CFD28975-1BAD-C5CB-2F77-20A73718AA69}"/>
              </a:ext>
            </a:extLst>
          </p:cNvPr>
          <p:cNvCxnSpPr>
            <a:cxnSpLocks/>
            <a:stCxn id="7" idx="2"/>
          </p:cNvCxnSpPr>
          <p:nvPr/>
        </p:nvCxnSpPr>
        <p:spPr>
          <a:xfrm>
            <a:off x="10749200" y="4886121"/>
            <a:ext cx="8744" cy="426346"/>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DA1196E8-E6CA-5B9A-3598-802D5B9E586E}"/>
              </a:ext>
            </a:extLst>
          </p:cNvPr>
          <p:cNvSpPr txBox="1"/>
          <p:nvPr/>
        </p:nvSpPr>
        <p:spPr>
          <a:xfrm>
            <a:off x="10154589" y="6144482"/>
            <a:ext cx="1236689" cy="369332"/>
          </a:xfrm>
          <a:prstGeom prst="rect">
            <a:avLst/>
          </a:prstGeom>
          <a:noFill/>
        </p:spPr>
        <p:txBody>
          <a:bodyPr wrap="square">
            <a:spAutoFit/>
          </a:bodyPr>
          <a:lstStyle/>
          <a:p>
            <a:pPr algn="ctr"/>
            <a:r>
              <a:rPr lang="en-TH" sz="1800" dirty="0">
                <a:solidFill>
                  <a:schemeClr val="tx1"/>
                </a:solidFill>
              </a:rPr>
              <a:t>Database </a:t>
            </a:r>
            <a:endParaRPr lang="en-TH" dirty="0"/>
          </a:p>
        </p:txBody>
      </p:sp>
      <p:sp>
        <p:nvSpPr>
          <p:cNvPr id="15" name="TextBox 14">
            <a:extLst>
              <a:ext uri="{FF2B5EF4-FFF2-40B4-BE49-F238E27FC236}">
                <a16:creationId xmlns:a16="http://schemas.microsoft.com/office/drawing/2014/main" id="{2038BF60-2353-1E44-CA23-B71BA2AB1EEE}"/>
              </a:ext>
            </a:extLst>
          </p:cNvPr>
          <p:cNvSpPr txBox="1"/>
          <p:nvPr/>
        </p:nvSpPr>
        <p:spPr>
          <a:xfrm>
            <a:off x="8319538" y="1161790"/>
            <a:ext cx="1972461" cy="369332"/>
          </a:xfrm>
          <a:prstGeom prst="rect">
            <a:avLst/>
          </a:prstGeom>
          <a:noFill/>
        </p:spPr>
        <p:txBody>
          <a:bodyPr wrap="square">
            <a:spAutoFit/>
          </a:bodyPr>
          <a:lstStyle/>
          <a:p>
            <a:pPr algn="ctr"/>
            <a:r>
              <a:rPr lang="en-TH" sz="1800" dirty="0">
                <a:solidFill>
                  <a:schemeClr val="tx1"/>
                </a:solidFill>
              </a:rPr>
              <a:t>User Interface (UI)</a:t>
            </a:r>
            <a:endParaRPr lang="en-TH" dirty="0"/>
          </a:p>
        </p:txBody>
      </p:sp>
      <p:sp>
        <p:nvSpPr>
          <p:cNvPr id="18" name="Rounded Rectangle 17">
            <a:extLst>
              <a:ext uri="{FF2B5EF4-FFF2-40B4-BE49-F238E27FC236}">
                <a16:creationId xmlns:a16="http://schemas.microsoft.com/office/drawing/2014/main" id="{573C6832-B108-DC9D-C0ED-38CAD206FEF9}"/>
              </a:ext>
            </a:extLst>
          </p:cNvPr>
          <p:cNvSpPr/>
          <p:nvPr/>
        </p:nvSpPr>
        <p:spPr>
          <a:xfrm>
            <a:off x="1992437" y="2549530"/>
            <a:ext cx="1877603" cy="554965"/>
          </a:xfrm>
          <a:prstGeom prst="roundRect">
            <a:avLst/>
          </a:prstGeom>
          <a:solidFill>
            <a:srgbClr val="8CE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ClinicalRiskService</a:t>
            </a:r>
          </a:p>
        </p:txBody>
      </p:sp>
      <p:sp>
        <p:nvSpPr>
          <p:cNvPr id="19" name="Rounded Rectangle 18">
            <a:extLst>
              <a:ext uri="{FF2B5EF4-FFF2-40B4-BE49-F238E27FC236}">
                <a16:creationId xmlns:a16="http://schemas.microsoft.com/office/drawing/2014/main" id="{FAA2ACE9-0C8B-5EB9-3853-A4F415E4DCAA}"/>
              </a:ext>
            </a:extLst>
          </p:cNvPr>
          <p:cNvSpPr/>
          <p:nvPr/>
        </p:nvSpPr>
        <p:spPr>
          <a:xfrm>
            <a:off x="3958140" y="2548330"/>
            <a:ext cx="1905008" cy="554965"/>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PatientModel</a:t>
            </a:r>
          </a:p>
        </p:txBody>
      </p:sp>
      <p:sp>
        <p:nvSpPr>
          <p:cNvPr id="20" name="Rounded Rectangle 19">
            <a:extLst>
              <a:ext uri="{FF2B5EF4-FFF2-40B4-BE49-F238E27FC236}">
                <a16:creationId xmlns:a16="http://schemas.microsoft.com/office/drawing/2014/main" id="{5B1F4218-FE9C-B828-6A32-70AE96BB2FC4}"/>
              </a:ext>
            </a:extLst>
          </p:cNvPr>
          <p:cNvSpPr/>
          <p:nvPr/>
        </p:nvSpPr>
        <p:spPr>
          <a:xfrm>
            <a:off x="1994932" y="1897886"/>
            <a:ext cx="1875648" cy="55496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ConsoleView</a:t>
            </a:r>
          </a:p>
        </p:txBody>
      </p:sp>
      <p:sp>
        <p:nvSpPr>
          <p:cNvPr id="21" name="Rounded Rectangle 20">
            <a:extLst>
              <a:ext uri="{FF2B5EF4-FFF2-40B4-BE49-F238E27FC236}">
                <a16:creationId xmlns:a16="http://schemas.microsoft.com/office/drawing/2014/main" id="{D631A82C-274E-CC53-F60E-3CE1C3119035}"/>
              </a:ext>
            </a:extLst>
          </p:cNvPr>
          <p:cNvSpPr/>
          <p:nvPr/>
        </p:nvSpPr>
        <p:spPr>
          <a:xfrm>
            <a:off x="3987500" y="1897886"/>
            <a:ext cx="1875648" cy="55496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ConsoleController</a:t>
            </a:r>
          </a:p>
        </p:txBody>
      </p:sp>
      <p:sp>
        <p:nvSpPr>
          <p:cNvPr id="22" name="Rounded Rectangle 21">
            <a:extLst>
              <a:ext uri="{FF2B5EF4-FFF2-40B4-BE49-F238E27FC236}">
                <a16:creationId xmlns:a16="http://schemas.microsoft.com/office/drawing/2014/main" id="{F5A09BC5-1405-0073-3DE7-212DF3DC5F1F}"/>
              </a:ext>
            </a:extLst>
          </p:cNvPr>
          <p:cNvSpPr/>
          <p:nvPr/>
        </p:nvSpPr>
        <p:spPr>
          <a:xfrm>
            <a:off x="1992436" y="4185273"/>
            <a:ext cx="1877603" cy="554965"/>
          </a:xfrm>
          <a:prstGeom prst="roundRect">
            <a:avLst/>
          </a:prstGeom>
          <a:solidFill>
            <a:srgbClr val="8CE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ClinicalRiskService</a:t>
            </a:r>
          </a:p>
        </p:txBody>
      </p:sp>
      <p:sp>
        <p:nvSpPr>
          <p:cNvPr id="23" name="Rounded Rectangle 22">
            <a:extLst>
              <a:ext uri="{FF2B5EF4-FFF2-40B4-BE49-F238E27FC236}">
                <a16:creationId xmlns:a16="http://schemas.microsoft.com/office/drawing/2014/main" id="{1BA70419-BEDC-0EBC-0C0A-770D48496A8D}"/>
              </a:ext>
            </a:extLst>
          </p:cNvPr>
          <p:cNvSpPr/>
          <p:nvPr/>
        </p:nvSpPr>
        <p:spPr>
          <a:xfrm>
            <a:off x="3958139" y="4167262"/>
            <a:ext cx="1905008" cy="554965"/>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PatientModel</a:t>
            </a:r>
          </a:p>
        </p:txBody>
      </p:sp>
      <p:sp>
        <p:nvSpPr>
          <p:cNvPr id="24" name="Rounded Rectangle 23">
            <a:extLst>
              <a:ext uri="{FF2B5EF4-FFF2-40B4-BE49-F238E27FC236}">
                <a16:creationId xmlns:a16="http://schemas.microsoft.com/office/drawing/2014/main" id="{CC2C070C-129E-CC03-E4E5-63014B6FF911}"/>
              </a:ext>
            </a:extLst>
          </p:cNvPr>
          <p:cNvSpPr/>
          <p:nvPr/>
        </p:nvSpPr>
        <p:spPr>
          <a:xfrm>
            <a:off x="1994931" y="3533629"/>
            <a:ext cx="3868216" cy="55496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StreamlitView</a:t>
            </a:r>
          </a:p>
        </p:txBody>
      </p:sp>
      <p:sp>
        <p:nvSpPr>
          <p:cNvPr id="26" name="Rounded Rectangle 25">
            <a:extLst>
              <a:ext uri="{FF2B5EF4-FFF2-40B4-BE49-F238E27FC236}">
                <a16:creationId xmlns:a16="http://schemas.microsoft.com/office/drawing/2014/main" id="{6E78AB38-499E-4123-CFB5-45CAF95732C8}"/>
              </a:ext>
            </a:extLst>
          </p:cNvPr>
          <p:cNvSpPr/>
          <p:nvPr/>
        </p:nvSpPr>
        <p:spPr>
          <a:xfrm>
            <a:off x="1992436" y="5822029"/>
            <a:ext cx="1877603" cy="554965"/>
          </a:xfrm>
          <a:prstGeom prst="roundRect">
            <a:avLst/>
          </a:prstGeom>
          <a:solidFill>
            <a:srgbClr val="8CE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ClinicalRiskService</a:t>
            </a:r>
          </a:p>
        </p:txBody>
      </p:sp>
      <p:sp>
        <p:nvSpPr>
          <p:cNvPr id="27" name="Rounded Rectangle 26">
            <a:extLst>
              <a:ext uri="{FF2B5EF4-FFF2-40B4-BE49-F238E27FC236}">
                <a16:creationId xmlns:a16="http://schemas.microsoft.com/office/drawing/2014/main" id="{8813E435-949D-8BD8-954F-DF4DA3AFB2ED}"/>
              </a:ext>
            </a:extLst>
          </p:cNvPr>
          <p:cNvSpPr/>
          <p:nvPr/>
        </p:nvSpPr>
        <p:spPr>
          <a:xfrm>
            <a:off x="3927791" y="5805406"/>
            <a:ext cx="1935356" cy="554965"/>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SQLitePatientModel</a:t>
            </a:r>
          </a:p>
        </p:txBody>
      </p:sp>
      <p:sp>
        <p:nvSpPr>
          <p:cNvPr id="28" name="Rounded Rectangle 27">
            <a:extLst>
              <a:ext uri="{FF2B5EF4-FFF2-40B4-BE49-F238E27FC236}">
                <a16:creationId xmlns:a16="http://schemas.microsoft.com/office/drawing/2014/main" id="{F45EC55D-0EC9-8B7A-3564-69155BE5F097}"/>
              </a:ext>
            </a:extLst>
          </p:cNvPr>
          <p:cNvSpPr/>
          <p:nvPr/>
        </p:nvSpPr>
        <p:spPr>
          <a:xfrm>
            <a:off x="1992436" y="5171773"/>
            <a:ext cx="3870711" cy="55496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StreamlitView</a:t>
            </a:r>
          </a:p>
        </p:txBody>
      </p:sp>
      <p:sp>
        <p:nvSpPr>
          <p:cNvPr id="29" name="Rounded Rectangle 28">
            <a:extLst>
              <a:ext uri="{FF2B5EF4-FFF2-40B4-BE49-F238E27FC236}">
                <a16:creationId xmlns:a16="http://schemas.microsoft.com/office/drawing/2014/main" id="{01D72336-1421-6626-1DBF-BCD1CD204606}"/>
              </a:ext>
            </a:extLst>
          </p:cNvPr>
          <p:cNvSpPr/>
          <p:nvPr/>
        </p:nvSpPr>
        <p:spPr>
          <a:xfrm>
            <a:off x="1768837" y="1690689"/>
            <a:ext cx="4257207" cy="1577300"/>
          </a:xfrm>
          <a:prstGeom prst="roundRect">
            <a:avLst>
              <a:gd name="adj" fmla="val 781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30" name="Rounded Rectangle 29">
            <a:extLst>
              <a:ext uri="{FF2B5EF4-FFF2-40B4-BE49-F238E27FC236}">
                <a16:creationId xmlns:a16="http://schemas.microsoft.com/office/drawing/2014/main" id="{7B807247-5C89-B2F4-E841-36B440EB2300}"/>
              </a:ext>
            </a:extLst>
          </p:cNvPr>
          <p:cNvSpPr/>
          <p:nvPr/>
        </p:nvSpPr>
        <p:spPr>
          <a:xfrm>
            <a:off x="1768837" y="3345464"/>
            <a:ext cx="4257207" cy="1577301"/>
          </a:xfrm>
          <a:prstGeom prst="roundRect">
            <a:avLst>
              <a:gd name="adj" fmla="val 781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31" name="Rounded Rectangle 30">
            <a:extLst>
              <a:ext uri="{FF2B5EF4-FFF2-40B4-BE49-F238E27FC236}">
                <a16:creationId xmlns:a16="http://schemas.microsoft.com/office/drawing/2014/main" id="{C2CA53FE-3F9B-B0AB-6189-9009E8C82D3C}"/>
              </a:ext>
            </a:extLst>
          </p:cNvPr>
          <p:cNvSpPr/>
          <p:nvPr/>
        </p:nvSpPr>
        <p:spPr>
          <a:xfrm>
            <a:off x="1768836" y="5033378"/>
            <a:ext cx="4257207" cy="1577301"/>
          </a:xfrm>
          <a:prstGeom prst="roundRect">
            <a:avLst>
              <a:gd name="adj" fmla="val 781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pic>
        <p:nvPicPr>
          <p:cNvPr id="33" name="Graphic 32" descr="Badge 1 with solid fill">
            <a:extLst>
              <a:ext uri="{FF2B5EF4-FFF2-40B4-BE49-F238E27FC236}">
                <a16:creationId xmlns:a16="http://schemas.microsoft.com/office/drawing/2014/main" id="{E800C5C9-25D0-B0E1-6164-D3378123BD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7872" y="2054661"/>
            <a:ext cx="720000" cy="720000"/>
          </a:xfrm>
          <a:prstGeom prst="rect">
            <a:avLst/>
          </a:prstGeom>
        </p:spPr>
      </p:pic>
      <p:pic>
        <p:nvPicPr>
          <p:cNvPr id="35" name="Graphic 34" descr="Badge with solid fill">
            <a:extLst>
              <a:ext uri="{FF2B5EF4-FFF2-40B4-BE49-F238E27FC236}">
                <a16:creationId xmlns:a16="http://schemas.microsoft.com/office/drawing/2014/main" id="{6C9DDEF1-11C4-B38E-966A-DC9B7A2A5FC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7872" y="3709591"/>
            <a:ext cx="720000" cy="720000"/>
          </a:xfrm>
          <a:prstGeom prst="rect">
            <a:avLst/>
          </a:prstGeom>
        </p:spPr>
      </p:pic>
      <p:pic>
        <p:nvPicPr>
          <p:cNvPr id="37" name="Graphic 36" descr="Badge 3 with solid fill">
            <a:extLst>
              <a:ext uri="{FF2B5EF4-FFF2-40B4-BE49-F238E27FC236}">
                <a16:creationId xmlns:a16="http://schemas.microsoft.com/office/drawing/2014/main" id="{76C0F6F3-B300-3482-FBE7-1DB3CD5EB0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7872" y="5364521"/>
            <a:ext cx="720000" cy="720000"/>
          </a:xfrm>
          <a:prstGeom prst="rect">
            <a:avLst/>
          </a:prstGeom>
        </p:spPr>
      </p:pic>
      <p:sp>
        <p:nvSpPr>
          <p:cNvPr id="38" name="Date Placeholder 37">
            <a:extLst>
              <a:ext uri="{FF2B5EF4-FFF2-40B4-BE49-F238E27FC236}">
                <a16:creationId xmlns:a16="http://schemas.microsoft.com/office/drawing/2014/main" id="{79FB1AC4-1A81-03C3-C7E3-E15349E0F56D}"/>
              </a:ext>
            </a:extLst>
          </p:cNvPr>
          <p:cNvSpPr>
            <a:spLocks noGrp="1"/>
          </p:cNvSpPr>
          <p:nvPr>
            <p:ph type="dt" sz="half" idx="10"/>
          </p:nvPr>
        </p:nvSpPr>
        <p:spPr/>
        <p:txBody>
          <a:bodyPr/>
          <a:lstStyle/>
          <a:p>
            <a:fld id="{DBFA31FC-7BAD-134B-A3C2-C7FB5851CE01}" type="datetime5">
              <a:rPr lang="en-US" smtClean="0"/>
              <a:t>22-Jul-26</a:t>
            </a:fld>
            <a:endParaRPr lang="en-TH"/>
          </a:p>
        </p:txBody>
      </p:sp>
      <p:sp>
        <p:nvSpPr>
          <p:cNvPr id="40" name="Slide Number Placeholder 39">
            <a:extLst>
              <a:ext uri="{FF2B5EF4-FFF2-40B4-BE49-F238E27FC236}">
                <a16:creationId xmlns:a16="http://schemas.microsoft.com/office/drawing/2014/main" id="{680F46A3-4772-E09D-7130-8FC32C957C58}"/>
              </a:ext>
            </a:extLst>
          </p:cNvPr>
          <p:cNvSpPr>
            <a:spLocks noGrp="1"/>
          </p:cNvSpPr>
          <p:nvPr>
            <p:ph type="sldNum" sz="quarter" idx="12"/>
          </p:nvPr>
        </p:nvSpPr>
        <p:spPr/>
        <p:txBody>
          <a:bodyPr/>
          <a:lstStyle/>
          <a:p>
            <a:fld id="{21F7FF55-A4C8-434F-9C7E-35C05141D3A5}" type="slidenum">
              <a:rPr lang="en-TH" smtClean="0"/>
              <a:t>36</a:t>
            </a:fld>
            <a:endParaRPr lang="en-TH"/>
          </a:p>
        </p:txBody>
      </p:sp>
    </p:spTree>
    <p:extLst>
      <p:ext uri="{BB962C8B-B14F-4D97-AF65-F5344CB8AC3E}">
        <p14:creationId xmlns:p14="http://schemas.microsoft.com/office/powerpoint/2010/main" val="2384997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36948-356C-14D9-DAD9-C2ED81CDD6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AB045-01C4-6494-8D4D-164FC51276FD}"/>
              </a:ext>
            </a:extLst>
          </p:cNvPr>
          <p:cNvSpPr>
            <a:spLocks noGrp="1"/>
          </p:cNvSpPr>
          <p:nvPr>
            <p:ph type="title"/>
          </p:nvPr>
        </p:nvSpPr>
        <p:spPr/>
        <p:txBody>
          <a:bodyPr/>
          <a:lstStyle/>
          <a:p>
            <a:r>
              <a:rPr lang="en-TH" dirty="0"/>
              <a:t>Exercise IV</a:t>
            </a:r>
          </a:p>
        </p:txBody>
      </p:sp>
      <p:sp>
        <p:nvSpPr>
          <p:cNvPr id="3" name="Content Placeholder 2">
            <a:extLst>
              <a:ext uri="{FF2B5EF4-FFF2-40B4-BE49-F238E27FC236}">
                <a16:creationId xmlns:a16="http://schemas.microsoft.com/office/drawing/2014/main" id="{1C0F7B89-8DFA-FD86-BE33-E2C698F23800}"/>
              </a:ext>
            </a:extLst>
          </p:cNvPr>
          <p:cNvSpPr>
            <a:spLocks noGrp="1"/>
          </p:cNvSpPr>
          <p:nvPr>
            <p:ph idx="1"/>
          </p:nvPr>
        </p:nvSpPr>
        <p:spPr/>
        <p:txBody>
          <a:bodyPr>
            <a:normAutofit/>
          </a:bodyPr>
          <a:lstStyle/>
          <a:p>
            <a:pPr marL="0" indent="0">
              <a:buNone/>
            </a:pPr>
            <a:r>
              <a:rPr lang="en-TH" sz="3200" b="1" dirty="0"/>
              <a:t>🟡 Presentation Layer Modification</a:t>
            </a:r>
            <a:endParaRPr lang="en-TH" b="1" dirty="0"/>
          </a:p>
          <a:p>
            <a:pPr marL="0" indent="0">
              <a:buNone/>
            </a:pPr>
            <a:endParaRPr lang="en-TH" b="1" dirty="0"/>
          </a:p>
          <a:p>
            <a:pPr marL="0" indent="0">
              <a:buNone/>
            </a:pPr>
            <a:r>
              <a:rPr lang="en-TH" b="1" dirty="0"/>
              <a:t>User Request:</a:t>
            </a:r>
            <a:r>
              <a:rPr lang="en-TH" dirty="0"/>
              <a:t> </a:t>
            </a:r>
          </a:p>
          <a:p>
            <a:pPr marL="0" indent="0">
              <a:buNone/>
            </a:pPr>
            <a:r>
              <a:rPr lang="en-US" sz="2400" i="1" dirty="0"/>
              <a:t>"The current system works well, but interacting through the console is not very user-friendly. Can you convert the existing console-based interface into a graphical user interface (GUI) application? The new interface should provide visual components such as input fields, buttons, and display panels while preserving all existing functionalities and keeping the underlying business logic unchanged."</a:t>
            </a:r>
            <a:endParaRPr lang="en-TH" sz="2400" dirty="0"/>
          </a:p>
        </p:txBody>
      </p:sp>
      <p:sp>
        <p:nvSpPr>
          <p:cNvPr id="4" name="Date Placeholder 3">
            <a:extLst>
              <a:ext uri="{FF2B5EF4-FFF2-40B4-BE49-F238E27FC236}">
                <a16:creationId xmlns:a16="http://schemas.microsoft.com/office/drawing/2014/main" id="{EB4B1534-05B9-0856-39CE-BEA9E2CB1A91}"/>
              </a:ext>
            </a:extLst>
          </p:cNvPr>
          <p:cNvSpPr>
            <a:spLocks noGrp="1"/>
          </p:cNvSpPr>
          <p:nvPr>
            <p:ph type="dt" sz="half" idx="10"/>
          </p:nvPr>
        </p:nvSpPr>
        <p:spPr/>
        <p:txBody>
          <a:bodyPr/>
          <a:lstStyle/>
          <a:p>
            <a:fld id="{0D08CCF7-BE93-E34B-9812-8612FF4EA911}" type="datetime5">
              <a:rPr lang="en-US" smtClean="0"/>
              <a:t>22-Jul-26</a:t>
            </a:fld>
            <a:endParaRPr lang="en-TH"/>
          </a:p>
        </p:txBody>
      </p:sp>
      <p:sp>
        <p:nvSpPr>
          <p:cNvPr id="6" name="Slide Number Placeholder 5">
            <a:extLst>
              <a:ext uri="{FF2B5EF4-FFF2-40B4-BE49-F238E27FC236}">
                <a16:creationId xmlns:a16="http://schemas.microsoft.com/office/drawing/2014/main" id="{118CF6B1-E2A8-B1B3-ADD6-115E5CFA4AB7}"/>
              </a:ext>
            </a:extLst>
          </p:cNvPr>
          <p:cNvSpPr>
            <a:spLocks noGrp="1"/>
          </p:cNvSpPr>
          <p:nvPr>
            <p:ph type="sldNum" sz="quarter" idx="12"/>
          </p:nvPr>
        </p:nvSpPr>
        <p:spPr/>
        <p:txBody>
          <a:bodyPr/>
          <a:lstStyle/>
          <a:p>
            <a:fld id="{21F7FF55-A4C8-434F-9C7E-35C05141D3A5}" type="slidenum">
              <a:rPr lang="en-TH" smtClean="0"/>
              <a:t>37</a:t>
            </a:fld>
            <a:endParaRPr lang="en-TH" dirty="0"/>
          </a:p>
        </p:txBody>
      </p:sp>
      <p:sp>
        <p:nvSpPr>
          <p:cNvPr id="5" name="TextBox 4">
            <a:extLst>
              <a:ext uri="{FF2B5EF4-FFF2-40B4-BE49-F238E27FC236}">
                <a16:creationId xmlns:a16="http://schemas.microsoft.com/office/drawing/2014/main" id="{DED478EE-E2FD-E7BE-C190-772822A816B4}"/>
              </a:ext>
            </a:extLst>
          </p:cNvPr>
          <p:cNvSpPr txBox="1"/>
          <p:nvPr/>
        </p:nvSpPr>
        <p:spPr>
          <a:xfrm>
            <a:off x="3196560" y="6288563"/>
            <a:ext cx="5798896" cy="408623"/>
          </a:xfrm>
          <a:prstGeom prst="roundRect">
            <a:avLst/>
          </a:prstGeom>
          <a:solidFill>
            <a:srgbClr val="FCD673"/>
          </a:solidFill>
        </p:spPr>
        <p:txBody>
          <a:bodyPr wrap="none" rtlCol="0">
            <a:spAutoFit/>
          </a:bodyPr>
          <a:lstStyle/>
          <a:p>
            <a:pPr algn="ctr"/>
            <a:r>
              <a:rPr lang="en-TH" b="1" dirty="0"/>
              <a:t>Action required: </a:t>
            </a:r>
            <a:r>
              <a:rPr lang="en-TH" dirty="0"/>
              <a:t>Prompt and run in </a:t>
            </a:r>
            <a:r>
              <a:rPr lang="en-TH" dirty="0">
                <a:hlinkClick r:id="rId2"/>
              </a:rPr>
              <a:t>Streamlit Playground</a:t>
            </a:r>
            <a:endParaRPr lang="en-TH" dirty="0"/>
          </a:p>
        </p:txBody>
      </p:sp>
    </p:spTree>
    <p:extLst>
      <p:ext uri="{BB962C8B-B14F-4D97-AF65-F5344CB8AC3E}">
        <p14:creationId xmlns:p14="http://schemas.microsoft.com/office/powerpoint/2010/main" val="27428425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7C58D-A2AA-AD09-A5D6-DB853D814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BA638-8BCD-3E41-90A6-3EC04B194D11}"/>
              </a:ext>
            </a:extLst>
          </p:cNvPr>
          <p:cNvSpPr>
            <a:spLocks noGrp="1"/>
          </p:cNvSpPr>
          <p:nvPr>
            <p:ph type="title"/>
          </p:nvPr>
        </p:nvSpPr>
        <p:spPr/>
        <p:txBody>
          <a:bodyPr/>
          <a:lstStyle/>
          <a:p>
            <a:r>
              <a:rPr lang="en-TH" dirty="0"/>
              <a:t>Exercise V</a:t>
            </a:r>
          </a:p>
        </p:txBody>
      </p:sp>
      <p:sp>
        <p:nvSpPr>
          <p:cNvPr id="3" name="Content Placeholder 2">
            <a:extLst>
              <a:ext uri="{FF2B5EF4-FFF2-40B4-BE49-F238E27FC236}">
                <a16:creationId xmlns:a16="http://schemas.microsoft.com/office/drawing/2014/main" id="{906243ED-C4C3-063F-5640-E9B8D78BA433}"/>
              </a:ext>
            </a:extLst>
          </p:cNvPr>
          <p:cNvSpPr>
            <a:spLocks noGrp="1"/>
          </p:cNvSpPr>
          <p:nvPr>
            <p:ph idx="1"/>
          </p:nvPr>
        </p:nvSpPr>
        <p:spPr/>
        <p:txBody>
          <a:bodyPr>
            <a:normAutofit/>
          </a:bodyPr>
          <a:lstStyle/>
          <a:p>
            <a:pPr marL="0" indent="0">
              <a:buNone/>
            </a:pPr>
            <a:r>
              <a:rPr lang="en-TH" sz="3200" dirty="0"/>
              <a:t>🔴</a:t>
            </a:r>
            <a:r>
              <a:rPr lang="en-TH" sz="3200" b="1" dirty="0"/>
              <a:t> Data Access Layer Modification</a:t>
            </a:r>
            <a:endParaRPr lang="en-TH" b="1" dirty="0"/>
          </a:p>
          <a:p>
            <a:pPr marL="0" indent="0">
              <a:buNone/>
            </a:pPr>
            <a:endParaRPr lang="en-TH" b="1" dirty="0"/>
          </a:p>
          <a:p>
            <a:pPr marL="0" indent="0">
              <a:buNone/>
            </a:pPr>
            <a:r>
              <a:rPr lang="en-TH" b="1" dirty="0"/>
              <a:t>User Request:</a:t>
            </a:r>
            <a:r>
              <a:rPr lang="en-TH" dirty="0"/>
              <a:t> </a:t>
            </a:r>
          </a:p>
          <a:p>
            <a:pPr marL="0" indent="0">
              <a:buNone/>
            </a:pPr>
            <a:r>
              <a:rPr lang="en-US" sz="2400" i="1" dirty="0"/>
              <a:t>"The current system stores all patient information in memory, which means the data is lost whenever the application is closed. We need a more reliable way to manage patient records. Can you modify the system to store and retrieve patient data using a database instead of in-memory storage? The system should preserve all existing functionalities while replacing the current data storage mechanism with persistent database operations."</a:t>
            </a:r>
            <a:endParaRPr lang="en-TH" sz="2400" dirty="0"/>
          </a:p>
        </p:txBody>
      </p:sp>
      <p:sp>
        <p:nvSpPr>
          <p:cNvPr id="4" name="Date Placeholder 3">
            <a:extLst>
              <a:ext uri="{FF2B5EF4-FFF2-40B4-BE49-F238E27FC236}">
                <a16:creationId xmlns:a16="http://schemas.microsoft.com/office/drawing/2014/main" id="{51B21925-A7D8-5DD6-3483-5A8106B9002D}"/>
              </a:ext>
            </a:extLst>
          </p:cNvPr>
          <p:cNvSpPr>
            <a:spLocks noGrp="1"/>
          </p:cNvSpPr>
          <p:nvPr>
            <p:ph type="dt" sz="half" idx="10"/>
          </p:nvPr>
        </p:nvSpPr>
        <p:spPr/>
        <p:txBody>
          <a:bodyPr/>
          <a:lstStyle/>
          <a:p>
            <a:fld id="{30FA1ED7-ED8B-8E45-B575-28074C122089}" type="datetime5">
              <a:rPr lang="en-US" smtClean="0"/>
              <a:t>22-Jul-26</a:t>
            </a:fld>
            <a:endParaRPr lang="en-TH"/>
          </a:p>
        </p:txBody>
      </p:sp>
      <p:sp>
        <p:nvSpPr>
          <p:cNvPr id="6" name="Slide Number Placeholder 5">
            <a:extLst>
              <a:ext uri="{FF2B5EF4-FFF2-40B4-BE49-F238E27FC236}">
                <a16:creationId xmlns:a16="http://schemas.microsoft.com/office/drawing/2014/main" id="{585A1808-7FA7-B466-6869-15D0ADAF1A0A}"/>
              </a:ext>
            </a:extLst>
          </p:cNvPr>
          <p:cNvSpPr>
            <a:spLocks noGrp="1"/>
          </p:cNvSpPr>
          <p:nvPr>
            <p:ph type="sldNum" sz="quarter" idx="12"/>
          </p:nvPr>
        </p:nvSpPr>
        <p:spPr/>
        <p:txBody>
          <a:bodyPr/>
          <a:lstStyle/>
          <a:p>
            <a:fld id="{21F7FF55-A4C8-434F-9C7E-35C05141D3A5}" type="slidenum">
              <a:rPr lang="en-TH" smtClean="0"/>
              <a:t>38</a:t>
            </a:fld>
            <a:endParaRPr lang="en-TH"/>
          </a:p>
        </p:txBody>
      </p:sp>
      <p:sp>
        <p:nvSpPr>
          <p:cNvPr id="5" name="TextBox 4">
            <a:extLst>
              <a:ext uri="{FF2B5EF4-FFF2-40B4-BE49-F238E27FC236}">
                <a16:creationId xmlns:a16="http://schemas.microsoft.com/office/drawing/2014/main" id="{413D64E5-5F3E-5CA4-3600-3C653C60EC27}"/>
              </a:ext>
            </a:extLst>
          </p:cNvPr>
          <p:cNvSpPr txBox="1"/>
          <p:nvPr/>
        </p:nvSpPr>
        <p:spPr>
          <a:xfrm>
            <a:off x="3452111" y="6288563"/>
            <a:ext cx="5287794" cy="408623"/>
          </a:xfrm>
          <a:prstGeom prst="roundRect">
            <a:avLst/>
          </a:prstGeom>
          <a:solidFill>
            <a:srgbClr val="FCD673"/>
          </a:solidFill>
        </p:spPr>
        <p:txBody>
          <a:bodyPr wrap="none" rtlCol="0">
            <a:spAutoFit/>
          </a:bodyPr>
          <a:lstStyle/>
          <a:p>
            <a:pPr algn="ctr"/>
            <a:r>
              <a:rPr lang="en-TH" b="1" dirty="0"/>
              <a:t>Action required: </a:t>
            </a:r>
            <a:r>
              <a:rPr lang="en-TH" dirty="0"/>
              <a:t>Prompt and run in </a:t>
            </a:r>
            <a:r>
              <a:rPr lang="en-US" dirty="0">
                <a:hlinkClick r:id="rId2"/>
              </a:rPr>
              <a:t>Streamlit Cloud</a:t>
            </a:r>
            <a:endParaRPr lang="en-TH" dirty="0"/>
          </a:p>
        </p:txBody>
      </p:sp>
    </p:spTree>
    <p:extLst>
      <p:ext uri="{BB962C8B-B14F-4D97-AF65-F5344CB8AC3E}">
        <p14:creationId xmlns:p14="http://schemas.microsoft.com/office/powerpoint/2010/main" val="22711134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C94A2BE4-8E8D-4243-DB60-541033934F56}"/>
              </a:ext>
            </a:extLst>
          </p:cNvPr>
          <p:cNvSpPr/>
          <p:nvPr/>
        </p:nvSpPr>
        <p:spPr>
          <a:xfrm>
            <a:off x="4824012" y="942246"/>
            <a:ext cx="2225421" cy="754313"/>
          </a:xfrm>
          <a:prstGeom prst="roundRect">
            <a:avLst/>
          </a:prstGeom>
          <a:solidFill>
            <a:srgbClr val="FF9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b="1" dirty="0">
                <a:solidFill>
                  <a:schemeClr val="tx1"/>
                </a:solidFill>
              </a:rPr>
              <a:t>V</a:t>
            </a:r>
            <a:r>
              <a:rPr lang="en-TH" dirty="0">
                <a:solidFill>
                  <a:schemeClr val="tx1"/>
                </a:solidFill>
              </a:rPr>
              <a:t>isual </a:t>
            </a:r>
            <a:r>
              <a:rPr lang="en-TH" b="1" dirty="0">
                <a:solidFill>
                  <a:schemeClr val="tx1"/>
                </a:solidFill>
              </a:rPr>
              <a:t>S</a:t>
            </a:r>
            <a:r>
              <a:rPr lang="en-TH" dirty="0">
                <a:solidFill>
                  <a:schemeClr val="tx1"/>
                </a:solidFill>
              </a:rPr>
              <a:t>tudio </a:t>
            </a:r>
            <a:r>
              <a:rPr lang="en-TH" b="1" dirty="0">
                <a:solidFill>
                  <a:schemeClr val="tx1"/>
                </a:solidFill>
              </a:rPr>
              <a:t>Code </a:t>
            </a:r>
            <a:r>
              <a:rPr lang="en-TH" dirty="0">
                <a:solidFill>
                  <a:schemeClr val="tx1"/>
                </a:solidFill>
              </a:rPr>
              <a:t>+ CoPilot / Codex</a:t>
            </a:r>
            <a:endParaRPr lang="en-TH" b="1" dirty="0">
              <a:solidFill>
                <a:schemeClr val="tx1"/>
              </a:solidFill>
            </a:endParaRPr>
          </a:p>
        </p:txBody>
      </p:sp>
      <p:sp>
        <p:nvSpPr>
          <p:cNvPr id="2" name="Title 1">
            <a:extLst>
              <a:ext uri="{FF2B5EF4-FFF2-40B4-BE49-F238E27FC236}">
                <a16:creationId xmlns:a16="http://schemas.microsoft.com/office/drawing/2014/main" id="{AE236E25-5874-4985-F802-46680DEEF7A6}"/>
              </a:ext>
            </a:extLst>
          </p:cNvPr>
          <p:cNvSpPr>
            <a:spLocks noGrp="1"/>
          </p:cNvSpPr>
          <p:nvPr>
            <p:ph type="title"/>
          </p:nvPr>
        </p:nvSpPr>
        <p:spPr/>
        <p:txBody>
          <a:bodyPr/>
          <a:lstStyle/>
          <a:p>
            <a:r>
              <a:rPr lang="en-TH" dirty="0"/>
              <a:t>Wrap-Up</a:t>
            </a:r>
          </a:p>
        </p:txBody>
      </p:sp>
      <p:pic>
        <p:nvPicPr>
          <p:cNvPr id="4" name="Picture 3" descr="Loop Engineering: 3 ลูปที่ทำร่วมกับ AI Agent เพื่อสร้าง ...">
            <a:extLst>
              <a:ext uri="{FF2B5EF4-FFF2-40B4-BE49-F238E27FC236}">
                <a16:creationId xmlns:a16="http://schemas.microsoft.com/office/drawing/2014/main" id="{935B2DF2-026D-EBF4-5027-F8BFE2813FBA}"/>
              </a:ext>
            </a:extLst>
          </p:cNvPr>
          <p:cNvPicPr>
            <a:picLocks noChangeAspect="1"/>
          </p:cNvPicPr>
          <p:nvPr/>
        </p:nvPicPr>
        <p:blipFill>
          <a:blip r:embed="rId2"/>
          <a:srcRect t="13628"/>
          <a:stretch>
            <a:fillRect/>
          </a:stretch>
        </p:blipFill>
        <p:spPr>
          <a:xfrm>
            <a:off x="5083535" y="2006393"/>
            <a:ext cx="4750010" cy="2312900"/>
          </a:xfrm>
          <a:prstGeom prst="rect">
            <a:avLst/>
          </a:prstGeom>
        </p:spPr>
      </p:pic>
      <p:sp>
        <p:nvSpPr>
          <p:cNvPr id="5" name="Explosion 1 4">
            <a:extLst>
              <a:ext uri="{FF2B5EF4-FFF2-40B4-BE49-F238E27FC236}">
                <a16:creationId xmlns:a16="http://schemas.microsoft.com/office/drawing/2014/main" id="{4FF9DD0F-E3E5-4AE5-6045-347E7EE85D60}"/>
              </a:ext>
            </a:extLst>
          </p:cNvPr>
          <p:cNvSpPr/>
          <p:nvPr/>
        </p:nvSpPr>
        <p:spPr>
          <a:xfrm>
            <a:off x="5343364" y="1783696"/>
            <a:ext cx="1217329" cy="927127"/>
          </a:xfrm>
          <a:prstGeom prst="irregularSeal1">
            <a:avLst/>
          </a:prstGeom>
          <a:solidFill>
            <a:srgbClr val="FF00D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6" name="Date Placeholder 5">
            <a:extLst>
              <a:ext uri="{FF2B5EF4-FFF2-40B4-BE49-F238E27FC236}">
                <a16:creationId xmlns:a16="http://schemas.microsoft.com/office/drawing/2014/main" id="{B383A11F-9979-6889-17DE-76BD92D1AD3E}"/>
              </a:ext>
            </a:extLst>
          </p:cNvPr>
          <p:cNvSpPr>
            <a:spLocks noGrp="1"/>
          </p:cNvSpPr>
          <p:nvPr>
            <p:ph type="dt" sz="half" idx="10"/>
          </p:nvPr>
        </p:nvSpPr>
        <p:spPr/>
        <p:txBody>
          <a:bodyPr/>
          <a:lstStyle/>
          <a:p>
            <a:fld id="{ED4F0C4D-1318-794C-8957-C38E1202F872}" type="datetime5">
              <a:rPr lang="en-US" smtClean="0"/>
              <a:t>22-Jul-26</a:t>
            </a:fld>
            <a:endParaRPr lang="en-TH"/>
          </a:p>
        </p:txBody>
      </p:sp>
      <p:sp>
        <p:nvSpPr>
          <p:cNvPr id="8" name="Slide Number Placeholder 7">
            <a:extLst>
              <a:ext uri="{FF2B5EF4-FFF2-40B4-BE49-F238E27FC236}">
                <a16:creationId xmlns:a16="http://schemas.microsoft.com/office/drawing/2014/main" id="{66367C11-AA99-8AD5-2462-80A6C6C6E6E8}"/>
              </a:ext>
            </a:extLst>
          </p:cNvPr>
          <p:cNvSpPr>
            <a:spLocks noGrp="1"/>
          </p:cNvSpPr>
          <p:nvPr>
            <p:ph type="sldNum" sz="quarter" idx="12"/>
          </p:nvPr>
        </p:nvSpPr>
        <p:spPr/>
        <p:txBody>
          <a:bodyPr/>
          <a:lstStyle/>
          <a:p>
            <a:fld id="{21F7FF55-A4C8-434F-9C7E-35C05141D3A5}" type="slidenum">
              <a:rPr lang="en-TH" smtClean="0"/>
              <a:t>39</a:t>
            </a:fld>
            <a:endParaRPr lang="en-TH"/>
          </a:p>
        </p:txBody>
      </p:sp>
      <p:pic>
        <p:nvPicPr>
          <p:cNvPr id="154" name="Graphic 153">
            <a:extLst>
              <a:ext uri="{FF2B5EF4-FFF2-40B4-BE49-F238E27FC236}">
                <a16:creationId xmlns:a16="http://schemas.microsoft.com/office/drawing/2014/main" id="{93D4DD92-EF30-5FA9-B179-C285C27C16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64593" y="4366373"/>
            <a:ext cx="6398037" cy="1932741"/>
          </a:xfrm>
          <a:prstGeom prst="rect">
            <a:avLst/>
          </a:prstGeom>
        </p:spPr>
      </p:pic>
      <p:graphicFrame>
        <p:nvGraphicFramePr>
          <p:cNvPr id="155" name="Diagram 154">
            <a:extLst>
              <a:ext uri="{FF2B5EF4-FFF2-40B4-BE49-F238E27FC236}">
                <a16:creationId xmlns:a16="http://schemas.microsoft.com/office/drawing/2014/main" id="{83CE71F0-95CC-0071-1CEA-88DE18FC7FA6}"/>
              </a:ext>
            </a:extLst>
          </p:cNvPr>
          <p:cNvGraphicFramePr/>
          <p:nvPr>
            <p:extLst>
              <p:ext uri="{D42A27DB-BD31-4B8C-83A1-F6EECF244321}">
                <p14:modId xmlns:p14="http://schemas.microsoft.com/office/powerpoint/2010/main" val="1197876496"/>
              </p:ext>
            </p:extLst>
          </p:nvPr>
        </p:nvGraphicFramePr>
        <p:xfrm>
          <a:off x="432222" y="4974031"/>
          <a:ext cx="3651972" cy="11419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56" name="Picture 155">
            <a:extLst>
              <a:ext uri="{FF2B5EF4-FFF2-40B4-BE49-F238E27FC236}">
                <a16:creationId xmlns:a16="http://schemas.microsoft.com/office/drawing/2014/main" id="{70C0EC0D-B41F-0B0C-4371-FABB4ED594DA}"/>
              </a:ext>
            </a:extLst>
          </p:cNvPr>
          <p:cNvPicPr>
            <a:picLocks noChangeAspect="1"/>
          </p:cNvPicPr>
          <p:nvPr/>
        </p:nvPicPr>
        <p:blipFill>
          <a:blip r:embed="rId9"/>
          <a:stretch>
            <a:fillRect/>
          </a:stretch>
        </p:blipFill>
        <p:spPr>
          <a:xfrm>
            <a:off x="494612" y="1840588"/>
            <a:ext cx="3527191" cy="2762967"/>
          </a:xfrm>
          <a:prstGeom prst="rect">
            <a:avLst/>
          </a:prstGeom>
        </p:spPr>
      </p:pic>
      <p:sp>
        <p:nvSpPr>
          <p:cNvPr id="158" name="Rounded Rectangle 157">
            <a:extLst>
              <a:ext uri="{FF2B5EF4-FFF2-40B4-BE49-F238E27FC236}">
                <a16:creationId xmlns:a16="http://schemas.microsoft.com/office/drawing/2014/main" id="{9070FCB0-9865-61E4-FC1E-5E60FCF8E946}"/>
              </a:ext>
            </a:extLst>
          </p:cNvPr>
          <p:cNvSpPr/>
          <p:nvPr/>
        </p:nvSpPr>
        <p:spPr>
          <a:xfrm>
            <a:off x="331655" y="1766031"/>
            <a:ext cx="3880581" cy="4544825"/>
          </a:xfrm>
          <a:prstGeom prst="roundRect">
            <a:avLst>
              <a:gd name="adj" fmla="val 7817"/>
            </a:avLst>
          </a:prstGeom>
          <a:noFill/>
          <a:ln w="38100">
            <a:solidFill>
              <a:srgbClr val="C0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159" name="Rounded Rectangle 158">
            <a:extLst>
              <a:ext uri="{FF2B5EF4-FFF2-40B4-BE49-F238E27FC236}">
                <a16:creationId xmlns:a16="http://schemas.microsoft.com/office/drawing/2014/main" id="{48FEC4A7-9B68-CD0E-744A-6AC34E31B4A0}"/>
              </a:ext>
            </a:extLst>
          </p:cNvPr>
          <p:cNvSpPr/>
          <p:nvPr/>
        </p:nvSpPr>
        <p:spPr>
          <a:xfrm>
            <a:off x="4375193" y="4378115"/>
            <a:ext cx="6387437" cy="1932741"/>
          </a:xfrm>
          <a:prstGeom prst="roundRect">
            <a:avLst>
              <a:gd name="adj" fmla="val 7817"/>
            </a:avLst>
          </a:prstGeom>
          <a:noFill/>
          <a:ln w="38100">
            <a:solidFill>
              <a:srgbClr val="FFC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160" name="Oval 159">
            <a:extLst>
              <a:ext uri="{FF2B5EF4-FFF2-40B4-BE49-F238E27FC236}">
                <a16:creationId xmlns:a16="http://schemas.microsoft.com/office/drawing/2014/main" id="{D1C92D51-0B70-9E62-3BFC-54D84D85A496}"/>
              </a:ext>
            </a:extLst>
          </p:cNvPr>
          <p:cNvSpPr>
            <a:spLocks noChangeAspect="1"/>
          </p:cNvSpPr>
          <p:nvPr/>
        </p:nvSpPr>
        <p:spPr>
          <a:xfrm>
            <a:off x="5621930" y="2847843"/>
            <a:ext cx="629587" cy="63000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161" name="Oval 160">
            <a:extLst>
              <a:ext uri="{FF2B5EF4-FFF2-40B4-BE49-F238E27FC236}">
                <a16:creationId xmlns:a16="http://schemas.microsoft.com/office/drawing/2014/main" id="{23CF9649-4944-AE8C-F25B-5C24116F6885}"/>
              </a:ext>
            </a:extLst>
          </p:cNvPr>
          <p:cNvSpPr>
            <a:spLocks noChangeAspect="1"/>
          </p:cNvSpPr>
          <p:nvPr/>
        </p:nvSpPr>
        <p:spPr>
          <a:xfrm>
            <a:off x="7128756" y="2847843"/>
            <a:ext cx="629587" cy="6300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162" name="Oval 161">
            <a:extLst>
              <a:ext uri="{FF2B5EF4-FFF2-40B4-BE49-F238E27FC236}">
                <a16:creationId xmlns:a16="http://schemas.microsoft.com/office/drawing/2014/main" id="{928B965C-19AA-F13D-1202-D70E943D1077}"/>
              </a:ext>
            </a:extLst>
          </p:cNvPr>
          <p:cNvSpPr>
            <a:spLocks noChangeAspect="1"/>
          </p:cNvSpPr>
          <p:nvPr/>
        </p:nvSpPr>
        <p:spPr>
          <a:xfrm>
            <a:off x="8629642" y="2847843"/>
            <a:ext cx="629587" cy="630000"/>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Tree>
    <p:extLst>
      <p:ext uri="{BB962C8B-B14F-4D97-AF65-F5344CB8AC3E}">
        <p14:creationId xmlns:p14="http://schemas.microsoft.com/office/powerpoint/2010/main" val="3792420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E1792E8-4B73-3D49-903C-7EE4AB9AFD73}">
  <we:reference id="wa200010215" version="2.0.0.0" store="en-US" storeType="OMEX"/>
  <we:alternateReferences>
    <we:reference id="WA200010215"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15524</TotalTime>
  <Words>3117</Words>
  <Application>Microsoft Macintosh PowerPoint</Application>
  <PresentationFormat>Widescreen</PresentationFormat>
  <Paragraphs>472</Paragraphs>
  <Slides>39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Aptos Display</vt:lpstr>
      <vt:lpstr>Arial</vt:lpstr>
      <vt:lpstr>Courier New</vt:lpstr>
      <vt:lpstr>Helvetica Neue</vt:lpstr>
      <vt:lpstr>Office Theme</vt:lpstr>
      <vt:lpstr>Vibe Coding 101</vt:lpstr>
      <vt:lpstr>Vibe code the program  I will show you now</vt:lpstr>
      <vt:lpstr>Software Development  Life Cycle (SDLC)</vt:lpstr>
      <vt:lpstr>The Risks of “Vibe Coding” with Vague Prompts</vt:lpstr>
      <vt:lpstr>PowerPoint Presentation</vt:lpstr>
      <vt:lpstr>PowerPoint Presentation</vt:lpstr>
      <vt:lpstr>PowerPoint Presentation</vt:lpstr>
      <vt:lpstr>SRS: Software Requirement Specification</vt:lpstr>
      <vt:lpstr>TDD: Technical Design Document</vt:lpstr>
      <vt:lpstr>TDD: Technical Design Document</vt:lpstr>
      <vt:lpstr>TDD: Technical Design Document</vt:lpstr>
      <vt:lpstr>3-Tier Test Suite</vt:lpstr>
      <vt:lpstr>AI-Assited Software Development Loops</vt:lpstr>
      <vt:lpstr>Diabetes Risk Scoring App</vt:lpstr>
      <vt:lpstr>AI Coding Loop</vt:lpstr>
      <vt:lpstr>SRS Based Prompt</vt:lpstr>
      <vt:lpstr>SRS Based Prompt</vt:lpstr>
      <vt:lpstr>Layered Architecture</vt:lpstr>
      <vt:lpstr>SRS Based Prompt</vt:lpstr>
      <vt:lpstr>SRS Based Prompt</vt:lpstr>
      <vt:lpstr>SRS Based Prompt</vt:lpstr>
      <vt:lpstr>Developer Feedback Loop</vt:lpstr>
      <vt:lpstr>Three Essential Programming Concepts</vt:lpstr>
      <vt:lpstr>Three Essential Programming Concepts</vt:lpstr>
      <vt:lpstr>Three Essential Programming Concepts</vt:lpstr>
      <vt:lpstr>Business Logic Layer (The Service)</vt:lpstr>
      <vt:lpstr>Business Logic Layer (The Service)</vt:lpstr>
      <vt:lpstr>AI-Assisted Developer Feedback Loop</vt:lpstr>
      <vt:lpstr>Basic GitHub</vt:lpstr>
      <vt:lpstr>Basic Github: Collaboration &amp; Versioning</vt:lpstr>
      <vt:lpstr>Iterative Application Improvements</vt:lpstr>
      <vt:lpstr>Making Changes I: Prompt Targeted Feature Updates and Refinement</vt:lpstr>
      <vt:lpstr>Exercise I</vt:lpstr>
      <vt:lpstr>Exercise II</vt:lpstr>
      <vt:lpstr>Exercise III</vt:lpstr>
      <vt:lpstr>Making Changes II: Prompt  Evolving the Architecture with Layered Changes</vt:lpstr>
      <vt:lpstr>Exercise IV</vt:lpstr>
      <vt:lpstr>Exercise V</vt:lpstr>
      <vt:lpstr>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Naruemon Pratanwanich</dc:creator>
  <cp:lastModifiedBy>Naruemon Pratanwanich</cp:lastModifiedBy>
  <cp:revision>31</cp:revision>
  <dcterms:created xsi:type="dcterms:W3CDTF">2026-07-01T07:28:25Z</dcterms:created>
  <dcterms:modified xsi:type="dcterms:W3CDTF">2026-07-22T12:09:14Z</dcterms:modified>
</cp:coreProperties>
</file>